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12156-9009-FC52-3159-CEE492FEB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4229D3-076A-80A3-BABF-A9938ED77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FF2B7-CEA3-6EDF-310C-8FD9662F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8D14E6-89DD-6A77-E348-19D4B779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BE283C-5E89-05EF-BBD3-EA0DAE16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30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2A6BC-70E1-BE31-DDD2-EE54BE50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5D6D5A-029D-6EFF-9822-90FDAAB4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30E405-946D-A027-71CA-ED825EBD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5B6447-E73E-30BF-2D54-5761881C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03CD39-F3D0-E8CD-5655-B296E6BB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11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E2615D-83D9-4A79-AADE-6F2AB2C4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FB6E4-673E-38B4-8551-A953986FE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83045D-D5F8-6178-8104-BE1D1A1F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06DEE-093B-2C46-7CF5-0F5D9D453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2980A-5ECB-D25B-6E54-BE2793E5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52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6B365-E9DF-A7B9-E7A3-A91AC494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6C2047-7EE7-DF5A-0B02-D945E69E1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29CFE9-C7F0-5A6D-4464-54BAE96CC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777559-4771-FD54-832C-0226EC48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B9CFBA-C4ED-10AC-0950-D603978E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E33D95-E4B7-94F0-9F22-95D5181B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7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B9AEBC-A4F5-A4C3-CE13-725006C7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0F8F95-66CC-B8C5-6BFE-085526ECB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D770D4-9CB0-C36E-6AAE-EFACA1835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1F1A9C-8E83-B487-06A0-E0C218C5E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1756B7-35AD-1E92-484A-4B2418403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8215C5-962E-4058-4CB6-5BC22494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31A14E2-9705-0795-F27F-E161C51D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115700-77B1-7494-7881-0178DC0F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46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B9B8F-15E2-B928-503B-AFCDFEE0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801F53-5115-16B5-6C58-8A1E7A67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093EFF-6198-8BF3-0EEC-9EE99147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FC2E32-D32C-F437-E65F-CA885EFC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1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A555C05-DF05-F618-D18D-9A73AABD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EA217D-D00A-3327-CA82-229AF427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6EF65F-74C4-C63E-B429-9B3C920C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69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F297AF-8EA3-3B77-558F-174E4E79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C3514B-29BD-5EBD-4F4B-78D6C491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CD0439-7C05-A7CD-ACC1-19832FF64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CF8E09-E2B0-6D9B-712C-9B1BCC0E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DDBB6D-A7AE-255A-F625-A914B5AD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19100E-A9D9-2D75-BA10-4DF536DB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49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8FE517-2AE6-2E77-9F2E-8FD8BFD5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C8296E-F968-DC62-A400-A786C3E08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32BB9E-EF6F-0540-F097-F6B84F088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661525-C87E-452F-1D08-282B808D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3538ED-0239-B130-0295-0788FF36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0AD3F9-4DEC-E5B7-8440-0E2DDE8B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28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22222-251F-181C-3694-CA7E1963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8D0D21-8DC6-655F-6F3F-DAEC624EE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8BCD96-87E7-1A97-580A-856001E4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22377D-D06F-9DD1-93FF-44C67CA1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42F237-5333-FA74-4436-C04EF1F3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67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17168-4C84-B166-D872-7B61723D0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6502E0-0137-9690-9BAD-675FAC932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FDE244-E2E4-70E7-E31F-E1E7D971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023786-56CE-4EB1-E2F5-2F67088F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933877-B5C2-3B17-C5F7-38380A7F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5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7E10F2F-00CD-A3BB-8915-AF09A2CF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4A47C2-8E1A-9649-5B7E-3ED90569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EF206-0616-092F-9F4E-603FE1ABB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0CA69F-EFA0-978E-1CC0-B2BA93F9A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A8F23-4850-55A3-A628-EB2699D88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70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飲食店の注文アプリに組み込む形のアル中防止アプリ</a:t>
            </a:r>
          </a:p>
          <a:p>
            <a:pPr marL="0" indent="0">
              <a:buNone/>
            </a:pPr>
            <a:r>
              <a:rPr lang="ja-JP" altLang="en-US" dirty="0"/>
              <a:t>注文した際に飲んだ量を記録し、純アルコール量を計算する</a:t>
            </a:r>
          </a:p>
          <a:p>
            <a:pPr marL="0" indent="0">
              <a:buNone/>
            </a:pPr>
            <a:r>
              <a:rPr lang="ja-JP" altLang="en-US" dirty="0"/>
              <a:t>　純アルコール量(g) = 飲んだ量(ml) × 度数(%) × 0.8 ÷ 100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dirty="0"/>
              <a:t>・飲料データ（ml・度数）は登録データに含む</a:t>
            </a:r>
          </a:p>
          <a:p>
            <a:pPr marL="0" indent="0">
              <a:buNone/>
            </a:pPr>
            <a:r>
              <a:rPr lang="ja-JP" altLang="en-US" dirty="0"/>
              <a:t>・管理単位：1回の来店ごと（テーブル単位）</a:t>
            </a:r>
          </a:p>
          <a:p>
            <a:pPr marL="0" indent="0">
              <a:buNone/>
            </a:pPr>
            <a:r>
              <a:rPr lang="ja-JP" altLang="en-US" dirty="0"/>
              <a:t>・データリセット：会計時</a:t>
            </a:r>
          </a:p>
          <a:p>
            <a:pPr marL="0" indent="0">
              <a:buNone/>
            </a:pPr>
            <a:r>
              <a:rPr lang="ja-JP" altLang="en-US" dirty="0"/>
              <a:t>・ユーザー識別：来店時にテーブルの端末でQRスキャン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1" dirty="0"/>
              <a:t>【最小構成の機能】</a:t>
            </a:r>
          </a:p>
          <a:p>
            <a:pPr marL="0" indent="0">
              <a:buNone/>
            </a:pPr>
            <a:r>
              <a:rPr lang="ja-JP" altLang="en-US" dirty="0"/>
              <a:t>・注文機能（モック注文アプリに組み込み）</a:t>
            </a:r>
          </a:p>
          <a:p>
            <a:pPr marL="0" indent="0">
              <a:buNone/>
            </a:pPr>
            <a:r>
              <a:rPr lang="ja-JP" altLang="en-US" dirty="0"/>
              <a:t>・カウント機能（注文ボタン押下でアルコール量を加算）</a:t>
            </a:r>
          </a:p>
          <a:p>
            <a:pPr marL="0" indent="0">
              <a:buNone/>
            </a:pPr>
            <a:r>
              <a:rPr lang="ja-JP" altLang="en-US" dirty="0"/>
              <a:t>・摂取量の表示（純アルコール量をリアルタイムで数値表示するのみ・通知なし）</a:t>
            </a:r>
          </a:p>
          <a:p>
            <a:pPr marL="0" indent="0">
              <a:buNone/>
            </a:pPr>
            <a:r>
              <a:rPr lang="ja-JP" altLang="en-US" dirty="0"/>
              <a:t>・摂取ペース通知（短時間に急激にアルコールを摂取している場合のみ通知）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【摂取ペース通知の基準】</a:t>
            </a:r>
          </a:p>
          <a:p>
            <a:pPr marL="0" indent="0">
              <a:buNone/>
            </a:pPr>
            <a:r>
              <a:rPr lang="ja-JP" altLang="en-US" dirty="0"/>
              <a:t>・一定時間内（例：30分以内）に純アルコール20g以上を摂取した場合に通知</a:t>
            </a:r>
          </a:p>
          <a:p>
            <a:pPr marL="0" indent="0">
              <a:buNone/>
            </a:pPr>
            <a:r>
              <a:rPr lang="ja-JP" altLang="en-US" dirty="0"/>
              <a:t>・通知内容は警告ではなく事実の伝達のみ（例：「ペースが速くなっています」）</a:t>
            </a:r>
          </a:p>
          <a:p>
            <a:pPr marL="0" indent="0">
              <a:buNone/>
            </a:pPr>
            <a:r>
              <a:rPr lang="ja-JP" altLang="en-US" dirty="0"/>
              <a:t>・上限値・キャパの概念はなし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画面一覧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1" dirty="0"/>
              <a:t>【お客さん側】</a:t>
            </a:r>
          </a:p>
          <a:p>
            <a:pPr marL="0" indent="0">
              <a:buNone/>
            </a:pPr>
            <a:r>
              <a:rPr lang="ja-JP" altLang="en-US" dirty="0"/>
              <a:t>1. QRスキャン画面　2. メニュー一覧　3. 注文確認</a:t>
            </a:r>
          </a:p>
          <a:p>
            <a:pPr marL="0" indent="0">
              <a:buNone/>
            </a:pPr>
            <a:r>
              <a:rPr lang="ja-JP" altLang="en-US" dirty="0"/>
              <a:t>4. アルコールメーター（数値表示のみ）　5. ペース通知　6. 会計・リセット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【管理者側】</a:t>
            </a:r>
          </a:p>
          <a:p>
            <a:pPr marL="0" indent="0">
              <a:buNone/>
            </a:pPr>
            <a:r>
              <a:rPr lang="ja-JP" altLang="en-US" dirty="0"/>
              <a:t>7. 管理者ログイン　8. 飲料データ管理</a:t>
            </a:r>
          </a:p>
          <a:p>
            <a:pPr marL="0" indent="0">
              <a:buNone/>
            </a:pPr>
            <a:r>
              <a:rPr lang="ja-JP" altLang="en-US" dirty="0"/>
              <a:t>※ 最小構成では7〜8はハードコードで代替可。後から追加する想定。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277</Words>
  <Application>Microsoft Office PowerPoint</Application>
  <PresentationFormat>ワイド画面</PresentationFormat>
  <Paragraphs>28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概要</vt:lpstr>
      <vt:lpstr>機能</vt:lpstr>
      <vt:lpstr>画面一覧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 耀丸(zeal23410142)</dc:creator>
  <cp:lastModifiedBy>木村 耀丸(zeal23410142)</cp:lastModifiedBy>
  <cp:revision>3</cp:revision>
  <dcterms:created xsi:type="dcterms:W3CDTF">2026-05-20T02:28:09Z</dcterms:created>
  <dcterms:modified xsi:type="dcterms:W3CDTF">2026-05-20T05:02:19Z</dcterms:modified>
</cp:coreProperties>
</file>