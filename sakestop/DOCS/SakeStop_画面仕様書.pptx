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28795fa9343a8" /><Relationship Type="http://schemas.openxmlformats.org/officeDocument/2006/relationships/extended-properties" Target="/docProps/app.xml" Id="Rfd389e4a32c04dcb" /><Relationship Type="http://schemas.openxmlformats.org/officeDocument/2006/relationships/officeDocument" Target="/ppt/presentation.xml" Id="R1413ee22de47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603a14c86465d"/>
  </p:sldMasterIdLst>
  <p:notesMasterIdLst>
    <p:notesMasterId xmlns:r="http://schemas.openxmlformats.org/officeDocument/2006/relationships" r:id="R57c01a67de47481d"/>
  </p:notesMasterIdLst>
  <p:sldIdLst>
    <p:sldId xmlns:r="http://schemas.openxmlformats.org/officeDocument/2006/relationships" id="256" r:id="R57b0d54d8c9c44b2"/>
    <p:sldId xmlns:r="http://schemas.openxmlformats.org/officeDocument/2006/relationships" id="257" r:id="R66edb72ad9f04f2b"/>
    <p:sldId xmlns:r="http://schemas.openxmlformats.org/officeDocument/2006/relationships" id="258" r:id="Raafbc632ca044138"/>
    <p:sldId xmlns:r="http://schemas.openxmlformats.org/officeDocument/2006/relationships" id="259" r:id="R367bfff9635841bd"/>
    <p:sldId xmlns:r="http://schemas.openxmlformats.org/officeDocument/2006/relationships" id="260" r:id="Rb17456919309406a"/>
    <p:sldId xmlns:r="http://schemas.openxmlformats.org/officeDocument/2006/relationships" id="261" r:id="R75d06961574040ee"/>
    <p:sldId xmlns:r="http://schemas.openxmlformats.org/officeDocument/2006/relationships" id="262" r:id="R16c3664393de41d5"/>
    <p:sldId xmlns:r="http://schemas.openxmlformats.org/officeDocument/2006/relationships" id="263" r:id="R2e2730a173884dc8"/>
    <p:sldId xmlns:r="http://schemas.openxmlformats.org/officeDocument/2006/relationships" id="264" r:id="R84337e64ad3d4c2e"/>
    <p:sldId xmlns:r="http://schemas.openxmlformats.org/officeDocument/2006/relationships" id="265" r:id="Ref73b74ea6e64b7c"/>
    <p:sldId xmlns:r="http://schemas.openxmlformats.org/officeDocument/2006/relationships" id="266" r:id="R1b51a6ce2be84486"/>
    <p:sldId xmlns:r="http://schemas.openxmlformats.org/officeDocument/2006/relationships" id="267" r:id="Rf73cedb7c8e34b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1cc7fadde4661" /><Relationship Type="http://schemas.openxmlformats.org/officeDocument/2006/relationships/slideMaster" Target="/ppt/slideMasters/slideMaster1.xml" Id="R753603a14c86465d" /><Relationship Type="http://schemas.openxmlformats.org/officeDocument/2006/relationships/notesMaster" Target="/ppt/notesMasters/notesMaster1.xml" Id="R57c01a67de47481d" /><Relationship Type="http://schemas.openxmlformats.org/officeDocument/2006/relationships/presProps" Target="/ppt/presProps.xml" Id="Ra93c61f3c373450d" /><Relationship Type="http://schemas.openxmlformats.org/officeDocument/2006/relationships/tableStyles" Target="/ppt/tableStyles.xml" Id="Rbeb554d91afd420f" /><Relationship Type="http://schemas.openxmlformats.org/officeDocument/2006/relationships/slide" Target="/ppt/slides/slide1.xml" Id="R57b0d54d8c9c44b2" /><Relationship Type="http://schemas.openxmlformats.org/officeDocument/2006/relationships/slide" Target="/ppt/slides/slide2.xml" Id="R66edb72ad9f04f2b" /><Relationship Type="http://schemas.openxmlformats.org/officeDocument/2006/relationships/slide" Target="/ppt/slides/slide3.xml" Id="Raafbc632ca044138" /><Relationship Type="http://schemas.openxmlformats.org/officeDocument/2006/relationships/slide" Target="/ppt/slides/slide4.xml" Id="R367bfff9635841bd" /><Relationship Type="http://schemas.openxmlformats.org/officeDocument/2006/relationships/slide" Target="/ppt/slides/slide5.xml" Id="Rb17456919309406a" /><Relationship Type="http://schemas.openxmlformats.org/officeDocument/2006/relationships/slide" Target="/ppt/slides/slide6.xml" Id="R75d06961574040ee" /><Relationship Type="http://schemas.openxmlformats.org/officeDocument/2006/relationships/slide" Target="/ppt/slides/slide7.xml" Id="R16c3664393de41d5" /><Relationship Type="http://schemas.openxmlformats.org/officeDocument/2006/relationships/slide" Target="/ppt/slides/slide8.xml" Id="R2e2730a173884dc8" /><Relationship Type="http://schemas.openxmlformats.org/officeDocument/2006/relationships/slide" Target="/ppt/slides/slide9.xml" Id="R84337e64ad3d4c2e" /><Relationship Type="http://schemas.openxmlformats.org/officeDocument/2006/relationships/slide" Target="/ppt/slides/slide10.xml" Id="Ref73b74ea6e64b7c" /><Relationship Type="http://schemas.openxmlformats.org/officeDocument/2006/relationships/slide" Target="/ppt/slides/slide11.xml" Id="R1b51a6ce2be84486" /><Relationship Type="http://schemas.openxmlformats.org/officeDocument/2006/relationships/slide" Target="/ppt/slides/slide12.xml" Id="Rf73cedb7c8e3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6e8b541d2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19dec7c21b4d8a" /><Relationship Type="http://schemas.openxmlformats.org/officeDocument/2006/relationships/notesMaster" Target="/ppt/notesMasters/notesMaster1.xml" Id="R8de5c0acca964d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3810e32ac4817" /><Relationship Type="http://schemas.openxmlformats.org/officeDocument/2006/relationships/notesMaster" Target="/ppt/notesMasters/notesMaster1.xml" Id="R18175412a3db47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e42dd487d47ec" /><Relationship Type="http://schemas.openxmlformats.org/officeDocument/2006/relationships/notesMaster" Target="/ppt/notesMasters/notesMaster1.xml" Id="Rdecc9ae6c681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66a96db544d9f" /><Relationship Type="http://schemas.openxmlformats.org/officeDocument/2006/relationships/notesMaster" Target="/ppt/notesMasters/notesMaster1.xml" Id="Rc4615e988b294d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9c8b7bb44b4d4c" /><Relationship Type="http://schemas.openxmlformats.org/officeDocument/2006/relationships/notesMaster" Target="/ppt/notesMasters/notesMaster1.xml" Id="Rfb3c857ca8d54d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852c7c5efc4942" /><Relationship Type="http://schemas.openxmlformats.org/officeDocument/2006/relationships/notesMaster" Target="/ppt/notesMasters/notesMaster1.xml" Id="Ra14de282eacb4e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f00adca8884cc2" /><Relationship Type="http://schemas.openxmlformats.org/officeDocument/2006/relationships/notesMaster" Target="/ppt/notesMasters/notesMaster1.xml" Id="R3df34e84119e41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0fdc5628d45ca" /><Relationship Type="http://schemas.openxmlformats.org/officeDocument/2006/relationships/notesMaster" Target="/ppt/notesMasters/notesMaster1.xml" Id="R0262529b50a041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96499d10184374" /><Relationship Type="http://schemas.openxmlformats.org/officeDocument/2006/relationships/notesMaster" Target="/ppt/notesMasters/notesMaster1.xml" Id="Rebd681d197a947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ba2d3a5e4b421a" /><Relationship Type="http://schemas.openxmlformats.org/officeDocument/2006/relationships/notesMaster" Target="/ppt/notesMasters/notesMaster1.xml" Id="R694c20b0c12c45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78a5ff33d403d" /><Relationship Type="http://schemas.openxmlformats.org/officeDocument/2006/relationships/notesMaster" Target="/ppt/notesMasters/notesMaster1.xml" Id="R9985a8e4139645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bdaf640d5043eb" /><Relationship Type="http://schemas.openxmlformats.org/officeDocument/2006/relationships/notesMaster" Target="/ppt/notesMasters/notesMaster1.xml" Id="R234494e3a6f3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bd90ed4b3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438a27e0c44bd" /><Relationship Type="http://schemas.openxmlformats.org/officeDocument/2006/relationships/slideLayout" Target="/ppt/slideLayouts/slideLayout1.xml" Id="Ra574716b66f844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4716b66f844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d49812dac4f17" /><Relationship Type="http://schemas.openxmlformats.org/officeDocument/2006/relationships/notesSlide" Target="/ppt/notesSlides/notesSlide1.xml" Id="R9a43653fbbfd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9abdb1db348f0" /><Relationship Type="http://schemas.openxmlformats.org/officeDocument/2006/relationships/notesSlide" Target="/ppt/notesSlides/notesSlide2.xml" Id="R5603c529cad3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8d4e4c8e497a" /><Relationship Type="http://schemas.openxmlformats.org/officeDocument/2006/relationships/image" Target="/ppt/media/image.jpeg" Id="R67d2de5a1db64102" /><Relationship Type="http://schemas.openxmlformats.org/officeDocument/2006/relationships/notesSlide" Target="/ppt/notesSlides/notesSlide3.xml" Id="R21700939c8da40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d7d49c22419a" /><Relationship Type="http://schemas.openxmlformats.org/officeDocument/2006/relationships/image" Target="/ppt/media/image2.jpeg" Id="Rcdcbab2af88d4a40" /><Relationship Type="http://schemas.openxmlformats.org/officeDocument/2006/relationships/notesSlide" Target="/ppt/notesSlides/notesSlide4.xml" Id="R5321e299802e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c30b2c9b4eb9" /><Relationship Type="http://schemas.openxmlformats.org/officeDocument/2006/relationships/image" Target="/ppt/media/image3.jpeg" Id="Rf47624a7796b490f" /><Relationship Type="http://schemas.openxmlformats.org/officeDocument/2006/relationships/notesSlide" Target="/ppt/notesSlides/notesSlide5.xml" Id="R145fa0d958d547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a086582ac485a" /><Relationship Type="http://schemas.openxmlformats.org/officeDocument/2006/relationships/image" Target="/ppt/media/image4.jpeg" Id="R348ebc95fae04f58" /><Relationship Type="http://schemas.openxmlformats.org/officeDocument/2006/relationships/notesSlide" Target="/ppt/notesSlides/notesSlide6.xml" Id="R27b3b9bdaae04b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3f53b6b7a4521" /><Relationship Type="http://schemas.openxmlformats.org/officeDocument/2006/relationships/image" Target="/ppt/media/image5.jpeg" Id="R7fdcc4aedbb5458d" /><Relationship Type="http://schemas.openxmlformats.org/officeDocument/2006/relationships/notesSlide" Target="/ppt/notesSlides/notesSlide7.xml" Id="R34b0c5f87f19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399cc168f489c" /><Relationship Type="http://schemas.openxmlformats.org/officeDocument/2006/relationships/image" Target="/ppt/media/image6.jpeg" Id="R1f917ba061f046a5" /><Relationship Type="http://schemas.openxmlformats.org/officeDocument/2006/relationships/notesSlide" Target="/ppt/notesSlides/notesSlide8.xml" Id="Rdf8b5b5b8d9744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abfa5817049f0" /><Relationship Type="http://schemas.openxmlformats.org/officeDocument/2006/relationships/image" Target="/ppt/media/image7.jpeg" Id="R2f82307f780943ce" /><Relationship Type="http://schemas.openxmlformats.org/officeDocument/2006/relationships/notesSlide" Target="/ppt/notesSlides/notesSlide9.xml" Id="Rf656e5923c3d41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57ad970844c03" /><Relationship Type="http://schemas.openxmlformats.org/officeDocument/2006/relationships/notesSlide" Target="/ppt/notesSlides/notesSlide10.xml" Id="Ra67be62ba15f42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3c5ca5a5741ea" /><Relationship Type="http://schemas.openxmlformats.org/officeDocument/2006/relationships/notesSlide" Target="/ppt/notesSlides/notesSlide11.xml" Id="R9472e605d20841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2c95d72b94bf1" /><Relationship Type="http://schemas.openxmlformats.org/officeDocument/2006/relationships/notesSlide" Target="/ppt/notesSlides/notesSlide12.xml" Id="R9bc5cd5bd78b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44FAB-F512-4146-B5D9-D146BC4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3335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9525">
            <a:solidFill>
              <a:srgbClr val="9A34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EB07B-EBC1-498F-BD57-9FC8AD1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SakeStop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FCDB5-23C0-4A89-9201-B5B7316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画面・機能仕様書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6CF7A-BCD6-44D9-9BDA-3585ED41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飲酒量と注文履歴を管理する Flutter アプリ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C7610-ADEA-4A27-B5E5-6394DBA8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04900"/>
            <a:ext cx="38671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E9142-FDDB-45FB-AE1E-B09AC05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7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文書情報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55FF-3CBF-4B51-BD0B-2834698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文書種別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8345F-4F6F-48ED-938F-6BB3D5CC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画面・機能仕様書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28EF8-1925-468D-B5CF-E361FFA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FA3AD-2ABB-4F8D-BCDF-99E37C24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FDCB4-6F20-48C6-BC89-D576A091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076CB-AD05-42B2-A6DB-A7CD25DA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720FE-6A93-408E-BD95-18E709A8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作成日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F1BFC-E86B-49AD-9263-A687C36F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2026年7月13日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540AF-8FB7-4C4B-9FB2-29A8792F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9030F-5337-419F-A12C-8A876DA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対象アプリ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2BCDA-9807-411A-8A11-FCDDAD8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SakeStop 1.0.0+1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F03B6-3261-4E31-B6D1-418826D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161D1-F239-4C93-8D2C-9DF152F8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開発環境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4A19-2758-4163-9CE4-1EE3A698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95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Flutter 3.35.7 / Dart 3.9.2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D2209-5AE3-4D6D-9842-173DA4F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087BA-4F79-4F77-B518-26C1773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対象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11E8E-B037-4A00-BE6E-4DF1FCD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Web / モバイル対応 Flutter アプリ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857B7-AA05-457C-BFFD-93327E65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577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A62C3-7ADF-4D84-AEDC-F7440A8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本書は画面構成、入力条件、処理、画面遷移、データ構造を定義する。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92FEF-3B03-469A-B7B0-4FD2D08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F19DF-F9F2-4343-882C-37CB185A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2546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A67AE-F446-419D-AABB-EAB0AC58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01 / システム概要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AEEFF-D0B1-4FDA-89DA-8699C00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対象範囲と画面一覧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2B422-F0CA-46B4-9684-CF42C611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A09BE-7884-494B-89ED-74167F71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8DC2F-F36A-4085-94E9-F677835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FB1DD-3B37-40EE-880D-4BD64E2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対象機能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3AA2F-E611-4CD4-A6B4-BD3B50C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1361E-26F8-4A57-BA2C-BF1B6F1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CEED-8287-449B-96E6-D10B67C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テーブル入力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B9D38-7EB0-47F9-ABC7-9E01DB8C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利用する席を識別し、セッションへ接続する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F7C35-1BFD-4340-ADF7-FF6908A6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4A97D-302E-4E90-B887-4E47A63B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7B17B-EC95-4416-BC41-B2BAB47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ニックネーム入力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67794-D96F-40E9-A305-0953727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注文者の表示名を設定する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C5F8C-6306-4A80-9B79-9A9D7FB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CC57B-AED3-4BB2-BD80-26688425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65BB8-2FFE-4E32-BE4B-AB4D4EE5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メニュー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9D5CD-1C33-4B3A-84A4-C850612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商品選択、飲酒量集計、ペース警告を行う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31AF3-EF6E-4D23-BD4F-DACA21FE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70508-4F2F-49F5-9E6B-1802F3E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B811C-A372-484D-BBB7-CBE98B4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カート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89E42-E833-4467-B169-A264CB7B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数量変更と注文確定を行う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26F94-D408-45B8-8B2F-CFFCD01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7E263-EB07-4A90-88A4-E82B904B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651CA-F84D-4381-8A9F-935F0AD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注文履歴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5509E-A1DD-4D0B-8F8F-5D76DDE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確定済み注文を時系列で確認する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83F0A-C7F6-44C1-935A-91059DF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A3EBD3-EF54-45B6-8938-049E3CF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1998C-E0DA-4A40-9BA9-96735722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利用終了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F8C27-F378-4877-9FB3-C6D37943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確認後にセッションを終了する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83E8B-E99A-4777-A4AF-54B31CC4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4762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1A32E-EF53-4E76-A35A-6D23C0B8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280034-12DD-4F70-8CB0-56C07FC4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起動エラー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84D03-30BC-40AE-953B-8289FBF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初期化失敗時に原因確認を促す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2C4D00-061B-4E88-B8A7-1D1AC87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76350"/>
            <a:ext cx="4000500" cy="41719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64EA7C-9053-442F-9D3E-20EC24C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基本遷移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00C81-42BD-4B40-908C-D6DF093D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029677-E4F9-42AF-9F0D-0E6337A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テーブル入力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E4426C-BA13-47ED-AA1A-5E5B61B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A3789-F2D0-4B82-AE37-9E89766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E26FC0-D08E-4C19-9085-9955C6F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ニックネーム入力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E7D09-0052-4BCB-B800-FE4F1242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8186F3-8BE0-43A8-82A8-28676EE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6467E8-5E35-4DF6-A1A7-8E9B2B2F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メニュー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F5E80A-90D5-42AC-9B5F-76266D33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43BCDF-E9B7-4D2D-BDF5-7F776516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715815-40AE-4FAF-B39B-A2F97BF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カート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1C4963-5EBF-4074-B07E-E48F8DF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52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3166E9-F7AD-4C83-B988-F5FF8912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2150CB-B5AA-49B3-AA8D-61EAA1E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注文確定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6050DD-B8F0-47DD-AA93-AD7F229F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ABF71D-4F87-4768-84C2-13410FBD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D325F9-8E6A-4F03-8AE0-E72772C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注文履歴／利用終了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F26B11-8FAD-4173-9315-8F2D867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769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履歴表示と利用終了はメニューから直接実行できる。</a:t>
            </a:r>
          </a:p>
        </p:txBody>
      </p:sp>
    </p:spTree>
    <p:extLst>
      <p:ext uri="{BB962C8B-B14F-4D97-AF65-F5344CB8AC3E}">
        <p14:creationId xmlns:p14="http://schemas.microsoft.com/office/powerpoint/2010/main" val="229350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7231F-05EE-4C3C-94C4-19B4DBA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A75FF-4E46-495A-ACC5-F88A193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画面01｜テーブルID入力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79BAC-D92E-410A-82B2-602BC68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3A12D-28E0-474C-854B-860A418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4C829-62AD-4746-A27A-6AB82EC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1D53-ADDE-4469-8214-E4DD2038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2de5a1db64102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ADE01-B991-493F-BFFB-6C4BEF2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B981C-4C8F-4815-BA43-14CD7AA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40F37-6D52-4A9E-8F0E-AF2ADCEC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96776-7E24-45D7-94B4-9949C93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利用する席を識別し、同じテーブルの注文セッションへ接続する。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68663-5F68-43DD-8CE8-12DD6DF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A5C73-ADA3-4E2B-B3F8-F4A0F0A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B354B-EED7-442E-B021-C9FD354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テーブルID入力欄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②「このテーブルで進む」ボタン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FB497-8A8A-47C3-A090-B4B042D3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45F49-3FC1-426D-A7B5-09D328CC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入力・検証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6709F-8CA1-4921-8463-B8486C0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必須。前後空白を除去し、英数字・_・- の1～32文字を許可する。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1CDB0-A987-466A-9678-B26CFD7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3AE3A-0519-47C0-B4AE-07C1B03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6A4D9-F47A-488A-94A2-367E58EF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入力値を正規化し、対象テーブルのセッション情報を準備する。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D9498-26CE-46E0-BBE6-7BB4358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B1DC5-B172-48EF-B940-DB92929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54D96-3DFA-4436-B651-C07C19AC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正常時：ニックネーム入力画面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不正時：同画面にエラー表示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11F02-BE4E-4520-B7A9-D800467E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1531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81C1A1-E41A-45CD-992F-8D7708E8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76520-8A18-40C6-A181-7631CB63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画面02｜ニックネーム入力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A7F98-8E86-482B-9654-579BF46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A076D-7ADB-4C96-838C-1AEAC5D9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0F07-2F69-4346-9ABD-9B82AEF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8D9E2-0D74-47AE-A9CB-B4FA4DF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bab2af88d4a40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FE762-766C-4A7D-A659-779AEA20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71FED-8B7E-4C55-AAD4-93F8294A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E0ED6-D4DA-459A-A5A3-4A68712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07A6A-E698-4E7F-905C-09A63895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注文履歴に表示する利用者名を設定する。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D6008-C979-4619-9E45-867A39C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9A185-F0A0-4F27-8520-E6BF6B8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D073B-F93D-40E4-8AE2-2D83E357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テーブルID表示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 ニックネーム入力欄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開始／戻るボタン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D0A56-CAC6-4750-B7DF-0300CC4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165CC-03FF-4D17-B321-F32E097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入力・検証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F917F-86DD-495B-8B7F-2CA4245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最大20文字。未入力の場合は「ゲスト」を使用する。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1F934-FCBA-4D0C-9844-5BD2903C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07F38-FC05-4662-A048-8B06F7C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095B3-99AF-4709-A8B3-F9B1EDF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利用者IDを生成し、表示名と開始時刻をセッションへ保持する。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7DED5-F842-46B5-9E2D-634FAE74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5B280-DD64-4B41-92E0-9969222B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E1829-0683-4806-BFF8-6108363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開始：メニュー画面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戻る：テーブルID入力画面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A2117-C890-44C2-93BF-3B8B74B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5366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831F0-0F37-433F-8D99-CA3AE4A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46649-D5C2-4754-B8CD-0D9207C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画面03｜メニュー・飲酒ペース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BA195-D7B6-48C4-9483-8956C96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6E8CA-57CC-4FB6-AF0C-8C472D6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F4519-A973-49FB-8263-1A8C9A3B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0F313-18CC-4636-8CE2-AA75653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624a7796b490f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BA71C-191F-44D6-896C-4CC45103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A6CF-81A3-4C52-9F88-231AA15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1620F-3C1A-4011-9DB1-C7B3E1A1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19CA5-C5DA-44DC-861E-DDA6E801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商品を選択し、純アルコール量と直近30分の飲酒ペースを確認する。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AB90-B95A-4FC0-8CB3-2C78FEB4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DC11D-40F6-410D-AC8C-D905A3F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C572A-D28A-4647-8411-C0E6D854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注文履歴 ② カート件数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合計／30分量 ④ 警告表示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⑤ 商品追加ボタン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855A6-EACD-47B5-ABD2-1B56017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0B9A5-6B42-484F-8FB8-3A4C747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EBE9C-52F3-4C33-A048-FAFE525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商品カードの追加操作。酒類、ノンアルコール、料理を選択できる。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A81EB-BC15-44DC-8488-02481643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2E4B4-4158-4894-9746-205D3869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A25FA-54E6-47E1-8CB5-80DCC66C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酒類の純アルコール量を加算。直近30分が60g以上なら警告する。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0420A-178B-40AF-9FFF-D790F9E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ABF43-F9C0-4349-A8F6-9327B639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DC7EE-D695-4D5E-AAD4-BBC3EBAD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カート／注文履歴／利用終了確認へ移動する。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1AE9F-F46B-4E93-BB3E-ECA41BB6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8350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E8DBB-AC27-40E3-AF14-4D76EBBB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51560-BA83-4E8D-ADE8-3169F3E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画面04｜カート・注文確認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DD72-3D63-44CB-8D53-4B8A8CC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4F609-542D-44F5-84D0-D847158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2FC0-4CEE-414A-BF50-9BB45F7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C44E8-3249-499B-99FD-0363090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ebc95fae04f58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B927-641E-4D43-9E8E-45D9C13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2C74E-0B36-491B-81A5-E66B6E1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37F38-9A57-47EE-8B28-D483FA36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576FF-237C-46EB-BAEB-DC6B3B8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注文前に商品、数量、純アルコール量を確認する。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31EEE-7251-41F4-B72C-185AB07C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DCF99-F626-4364-B2E8-9BAAF1CA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D9701-90C9-4622-A1F1-0208195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商品カード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 数量増減／削除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合計値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④ 注文確定／戻る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5F3C9-A6D2-4CD2-8D95-3764DF28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E5E58-2158-4529-B5D8-9BAC231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C1999-2C04-4D91-855D-48BFD7B0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数量の増減、商品削除、注文確定操作。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CA67C-9F76-4033-B59A-909C3323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4A727-BB34-4F2A-AA74-A43797F1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7DE23-FE41-403D-B1CE-C1720CB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数量変更の都度合計を再計算し、確定時にFirebaseへ保存する。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AC090-7A17-4060-93C2-0136212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8E2B5-77F1-4CD3-845C-AC0599A8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98857-C7E3-4FB5-9FDB-5F678A7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確定後：メニュー画面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戻る：メニュー画面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B4E9B-8458-4746-B90D-A3AEA6F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9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1955F-D0DD-4655-BE12-4222668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8643B-E13F-4A21-898D-2AC57192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画面05｜注文履歴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D4D5D-A684-4992-BC99-EC7B8B59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01EB5-8CB3-4B6D-BE3A-701B0EB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2F3F-FB60-4A0C-8BF0-061E8DC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C5D92-CAE6-447A-8B58-CC3C7B8B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cc4aedbb5458d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3ED5-739D-491C-AEB3-943532E1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C7CBF-DD61-4507-99C2-499CCBAF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34462-835C-4E06-AD3C-BCA43C5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B067D-981C-44A1-B5CC-745704D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確定済みの注文内容と飲酒量を確認する。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32CCD-625B-4F6C-B68C-C59C464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8DC2-4A53-4914-948B-4E3D72B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68CFF-BBF4-4507-852E-A974005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424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注文件数／合計量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 注文時刻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商品名・数量・純アルコール量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④ 戻る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ADD03-5E3A-4C05-8802-4EFA214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9905A-5DF0-4F52-BAD2-EC28CD8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表示条件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3CDEF-C3AE-49BD-A29C-BE21B8A9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現在のテーブル／セッションに保存された注文のみを対象とする。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D5AA6-C5A7-4E20-806E-F221371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F7587-58B7-4B0B-A832-095CE1A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CA50E-ABD5-4A40-A413-C07B70A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注文データを読み込み、新しい注文から順に表示して合計する。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C9A02-B1B2-490C-A4E2-3DAF54D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3BAA8-D105-4226-B68F-3CB21FBF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46990-B34D-4CE7-8D59-9B7E3696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戻る：メニュー画面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F9FEF-77DB-4070-9B4A-BE5DDE7B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59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31652-6BF3-4A41-AE08-98F95B83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BAB09-EB1A-487A-87E8-7B646CB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画面06｜利用終了確認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58B4-5CFF-4D1F-A2FB-3B937A3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AC6D0-473A-4129-B2A9-260F317D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6A123-0147-4EEC-929B-C93256C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1A0CB-289B-4C40-970A-84440D11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17ba061f046a5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E84D0-56C7-40B5-816E-849D7FE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27C2E-86D9-4228-A07D-16E1420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BC601-BAAC-4E6F-876C-D92A5869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94685-65E4-48D0-A6E9-1327DA6B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誤操作によるセッション終了を防止する。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2B334-D60D-4ED8-8AFD-D4C9F09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091B6-B21B-432E-8E35-3F29F03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DD2B4-0F32-447F-A394-2A8589D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対象テーブルID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 注文件数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利用継続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④ 利用終了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EDCBD-23B0-4C4D-9007-D4867EBB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A9E87-36E4-400A-B0A6-9357940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ACDB0-B97F-4B96-B1EC-B82B062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「利用を続ける」または「利用を終了する」を選択する。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0F914-F44A-46AC-8FDC-7859403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C6502-021A-48AD-8670-68B5CA12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29B8B-7706-4042-B3F2-FEC72B1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424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終了確定時に端末内のセッション状態を破棄する。注文記録は保持する。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2B1D0-1EDE-4BC0-89F9-9773E175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37F3E-83E4-4961-9E67-B692658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遷移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674E6-B9D8-40D6-822C-59F9EAD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継続：メニュー画面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終了：テーブルID入力画面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A1129-06CE-4551-B836-BBA11A0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3510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246CB-85E0-4BB4-B001-FFAC2B2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02 / 画面仕様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3BFC-94F2-46A7-9AD2-7AA8AB70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画面07｜起動エラー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92197-5750-4F90-A87C-9637E512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5510-6AC8-4DE8-AF3A-379D58E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4AA44-E898-48AC-922B-FC2A2F0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57F8C-43D7-428B-9B11-6115AD65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534150" cy="476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2307f780943ce"/>
          <a:stretch xmlns:a="http://schemas.openxmlformats.org/drawingml/2006/main"/>
        </p:blipFill>
        <p:spPr>
          <a:xfrm xmlns:a="http://schemas.openxmlformats.org/drawingml/2006/main">
            <a:off x="591185" y="1276350"/>
            <a:ext cx="6380480" cy="4486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1BCDB-9BE1-4759-9B82-8131B42E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画面仕様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7F9F9-A47E-48F2-A193-A8602E2A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24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6DFF4-A172-4EC9-8B2C-DAAA85C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62C12-5340-45EB-A117-F70A5EED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Firebase初期化に失敗し、通常利用できない状態を利用者へ通知する。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4A7F8-CE13-4602-8A28-FE0BFBB0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258FB-6E20-4303-B7C9-FAA2A5DA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主な部品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D8A4D-1729-4577-8A1B-98E874C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① エラーアイコン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② 状況説明</a:t>
            </a:r>
          </a:p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③ 確認事項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E8EB4-84A2-4512-9D79-7251AAAE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441B9-A86F-4E0D-B27E-AA55FD04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発生条件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0C62B-745D-4D73-B82A-B683898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Firebase設定不足、通信失敗、初期化例外が発生した場合。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038F0-D71B-40C5-9DFC-8A2190F9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9759F-74FB-495D-A107-9AD3EC7C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処理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04116-E1D4-445A-9680-527F348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通常画面を表示せず、安全なエラー画面へ切り替える。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82EB1-82AD-491D-AFAF-03CFC505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3F3FF-0B1A-4A38-96F5-90D531D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復旧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F8229-1DDC-4437-ABA4-7D812538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424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設定ファイルと通信環境を確認後、アプリを再起動する。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1C043-93F6-47B4-B49D-9C34118D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4484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C1B0E-41D4-4AEB-B1A7-5FCBAE0F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03 / 機能仕様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9722-B949-4D83-A5CD-2C8FB44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計算・入力・判定ルール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0FA75-3B28-4B31-A96D-1E06D2B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C27BC-DF8C-4E6E-AE53-2695D5D4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91FB-0D41-43C6-BA66-FCF3F15F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2AECC-5744-4BBF-91B8-97347D1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486400" cy="192405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F3BA4-A6EC-4827-BD4A-9484B974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7239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3D9E2-3F4C-4919-9D1A-0433E65E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BR-01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31700-4252-46FF-BFB7-F5545BFF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43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純アルコール量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C1DAB-0479-489C-BEDE-DE377B2A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B495E-6473-456F-BEE8-3527805E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容量(ml) × アルコール度数(%) × 0.8 ÷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2DFCF-E8E8-4031-8BAD-6BECCB15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例：生ビール500ml・5% → 20.0g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4DA6C-C076-4CBE-BB22-96846FD8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486400" cy="192405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4656C-D012-42F2-98A4-7DD7887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7239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8C140-A145-4A08-ACEB-0AA48D14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BR-02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9520A-A526-4D0D-9630-798FF48C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43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飲酒ペース警告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216E0-FA40-4CAB-95C5-784DF60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66DA1-4D3B-46E4-95F5-2219388C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直近30分の純アルコール量が60g以上で警告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56552-4458-44BD-82C0-C3F90397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警告後30分をクールダウン時間とする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C18B2-6A14-4F84-BFA6-FCE4344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486400" cy="192405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3651-AFC2-4C05-AFD5-E3A0C4B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7239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FA195-9159-44BB-9657-B0480BDD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BR-03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5CB84-BF29-4524-8155-0563BD2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テーブルID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07341-E1BD-4CEB-8916-1C9181E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FB382-9D61-4D1A-89BF-D626A57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正規表現 ^[A-Za-z0-9_-]{1,32}$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B0CFC-2B1D-40DB-88CD-5726462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前後空白を除去してから判定する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95C23-DF03-489B-BFDF-1D8A4F9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486400" cy="1924050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FD0FE-E977-464A-80EF-24B456FD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7239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CE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33479-01C7-4AA1-B90B-F9350CD1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BR-04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FF679C-6875-40E9-B141-47FD6E7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ニックネーム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182878-1B89-4A4D-9323-9A7AF326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AD4"/>
          </a:solidFill>
          <a:ln xmlns:a="http://schemas.openxmlformats.org/drawingml/2006/main" w="9525">
            <a:solidFill>
              <a:srgbClr val="E9DA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41084-CA87-4592-97DE-F195AC7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最大20文字。空欄は「ゲスト」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42304-6693-4D9C-828A-CC7AF831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注文履歴上の表示名として使用する</a:t>
            </a:r>
          </a:p>
        </p:txBody>
      </p:sp>
    </p:spTree>
    <p:extLst>
      <p:ext uri="{BB962C8B-B14F-4D97-AF65-F5344CB8AC3E}">
        <p14:creationId xmlns:p14="http://schemas.microsoft.com/office/powerpoint/2010/main" val="18650688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80183-2A4D-436F-AE72-096E51B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04 / データ仕様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B5478-93AD-4158-816E-3B868E0C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Firebase Realtime Database 構造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3A96-B319-4499-8E86-22575E22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2957A-4923-40CF-98A4-6097E5EF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3536A-C265-4B66-8D38-439DF16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6A197-866D-4BC8-9C33-DF60A9DD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11633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88C49-ED6D-4D47-9100-F3CC769A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保存パス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5703-9D4D-455E-8C6F-D51DD09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tables/{tableId}/sessions/{sessionId}/members/{memberId}/orders/{orderId}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61527-41A6-42B4-B0C4-F6D289E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85865-3330-49D6-926B-C7CA95E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8C5E1-0995-4021-B8A2-4B0A9ED3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生成・利用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A6E81-3801-4F2B-8AFA-75008F3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11633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47736B"/>
          </a:solidFill>
          <a:ln xmlns:a="http://schemas.openxmlformats.org/drawingml/2006/main" w="9525">
            <a:solidFill>
              <a:srgbClr val="477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228D0-FE3B-4876-88AD-02706CF9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12AB6-A982-47ED-963B-3C967B5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3EABB-8E8F-42E6-B016-2455CB2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生成・利用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951BA-2617-4175-8F71-184DE9C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DA350-68B1-468D-B783-220B8EE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tableId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723F2-96AA-42B0-B88C-F948D357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43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テーブルを識別するID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AF6F6-421D-402B-A423-9AFCD3B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利用開始時に入力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C42D3-0E88-4194-BEB9-80F51C6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6DE0E-2B7C-4EB4-BD19-286E43E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sessionId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50E70-2D45-4A50-8BFE-642D73F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38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一回の利用単位を識別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4EAC3-2F6E-4E81-930C-9FF6699A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利用開始時に生成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6B7B4-418C-4654-AAA3-F68AD3A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7C0ED-9637-408D-A47E-B8B74A7F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memberId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D71A3-83D2-4C2F-B0D1-44B62E9B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33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注文者を識別するID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A8514-B139-479E-9AB4-BA86179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338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ニックネーム確定時に生成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A0422-81A3-43F9-9AC5-30E105E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F39B1-B82E-4AAD-B896-BDA984EF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orderId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9C8B9-F069-4BB5-9681-190AB4B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確定注文を識別するID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21D72-F993-4D0D-8BF8-DA4A9B91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291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注文確定時に生成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FB224-CA80-4C44-B427-05842184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58D87-EF08-4730-80BB-2484737C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9EDF2-0FB7-4B8E-9EA8-7B09F0C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24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商品名・数量・種別・純アルコール量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E989E-CD22-48CE-9AAE-DF72BF3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244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注文単位で保存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E9F3F8-B581-407F-AF8E-FC79D70B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7978C-E6E9-419C-A3CE-D5A895C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orderedAt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5A031E-A239-497A-AB60-559BF873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197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注文確定時刻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E39DE1-9D45-4945-93FC-EEA740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97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履歴の並び順に使用</a:t>
            </a:r>
          </a:p>
        </p:txBody>
      </p:sp>
    </p:spTree>
    <p:extLst>
      <p:ext uri="{BB962C8B-B14F-4D97-AF65-F5344CB8AC3E}">
        <p14:creationId xmlns:p14="http://schemas.microsoft.com/office/powerpoint/2010/main" val="1324559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AB26C-F165-46AD-ACFC-258A937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05 / 品質仕様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462F4-21F3-41A4-A0FE-0630AAC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エラー処理と受入確認項目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2FEF2-A2CE-4E0B-90A1-F293B05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9D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6D19-49A1-414D-87AE-AD2A82DA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SakeStop 画面・機能仕様書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7A53B-909C-4E9E-97BD-44961242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3CDE6-D763-444A-B239-13EC9DB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エラー処理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BEB12-120F-48A6-949A-CC6462E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D95C9-5017-4A20-957A-03719C2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入力エラー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2F5D0-3F90-4C7F-AECB-C52A8800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項目直下に理由を表示し、正しい入力まで遷移しない。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D4AC7-5979-4F1D-B400-1D3DD43B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9D40C-C88D-43DB-8677-D9F7638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Firebase初期化失敗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4571-1120-4792-925D-64EF9408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起動エラー画面を表示し、通常操作を開始しない。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6EDF8-8BD7-4FF1-9780-5F5DA2B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D8673-890B-4847-87AE-9DF41DE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注文保存失敗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682F5-D2CE-4419-8AD2-B966171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注文を確定扱いにせず、再試行できる状態を維持する。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7F29D-74E1-45FC-AAA5-F0E7015D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C"/>
          </a:solidFill>
          <a:ln xmlns:a="http://schemas.openxmlformats.org/drawingml/2006/main" w="9525">
            <a:solidFill>
              <a:srgbClr val="D8C5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20402-036F-431B-8DE5-F31B5FF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データ0件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DA929-DCCC-41EF-9765-832BB91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空状態を明示し、戻る操作を提供する。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06548-DFCB-43E0-90C5-7BD2FA18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76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47736B"/>
                </a:solidFill>
                <a:latin typeface="Yu Gothic"/>
                <a:ea typeface="Yu Gothic"/>
                <a:cs typeface="Yu Gothic"/>
              </a:rPr>
              <a:t>受入確認項目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5DC4F-42CF-4087-9447-77CD8182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8F292-F577-423F-A363-376473E4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049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7C4D4-038B-4568-8227-220B44D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有効なテーブルIDで次画面へ進める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14570-6C20-4416-BEE8-CC64313C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DF94F-A5F1-4B34-9D7E-4E0BB825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00E0D-BD2A-4FCC-849F-CDF96C8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812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ニックネーム空欄時に「ゲスト」として開始できる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8BACE-4386-4998-87F9-5E98BC0A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D1FD7-FF5C-448A-AB5B-6B812F2C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0EF9D-9816-4C92-B649-EE47DCE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商品追加後、カート件数と合計が更新される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34052-8D73-4B35-A6BF-EAF97D8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1FF16-90E3-4260-A7E8-5D534855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E91AE-354E-4830-A701-33359AEC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527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純アルコール量が計算式どおり表示される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94FD6-D2C7-42BB-A5DA-DCEB256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92944-AE79-4FCF-AC1A-F27CF25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0AB2D-4FCB-4EC3-8FEA-16410AEB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直近30分が60g以上で警告される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D472E-A2E1-4936-B05B-DC151FB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24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65D085-CB7F-4BD0-A4ED-CC9E3CCE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9962BB-DBDD-4333-B345-77D9DF7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243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注文確定後、Firebaseと履歴へ反映される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2B9C0E-C9BC-438F-863A-8C2A3915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9525">
            <a:solidFill>
              <a:srgbClr val="FFB49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A5087F-7D3E-459C-B60B-99965B7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962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9A3412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D69EA3-6560-40BD-9EE8-C413E01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利用終了後、テーブル入力画面へ戻る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BCC6B8-AE7B-4CE5-9086-79EB3D22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958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7A5A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D2A278-D3DB-4EDB-A313-67E5E21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42318"/>
                </a:solidFill>
                <a:latin typeface="Yu Gothic"/>
                <a:ea typeface="Yu Gothic"/>
                <a:cs typeface="Yu Gothic"/>
              </a:rPr>
              <a:t>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392893-0A7F-491A-B72F-70817562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95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defRPr>
            </a:pPr>
            <a:r>
              <a:rPr sz="1088" b="0">
                <a:solidFill>
                  <a:srgbClr val="263B38"/>
                </a:solidFill>
                <a:latin typeface="Yu Gothic"/>
                <a:ea typeface="Yu Gothic"/>
                <a:cs typeface="Yu Gothic"/>
              </a:rPr>
              <a:t>初期化失敗時にエラー画面が表示される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78522-CD2B-4087-A4AE-41C943DD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340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625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C625E"/>
                </a:solidFill>
                <a:latin typeface="Yu Gothic"/>
                <a:ea typeface="Yu Gothic"/>
                <a:cs typeface="Yu Gothic"/>
              </a:rPr>
              <a:t>関連テスト：table_id_test / alcohol_pace_test / widget_test</a:t>
            </a:r>
          </a:p>
        </p:txBody>
      </p:sp>
    </p:spTree>
    <p:extLst>
      <p:ext uri="{BB962C8B-B14F-4D97-AF65-F5344CB8AC3E}">
        <p14:creationId xmlns:p14="http://schemas.microsoft.com/office/powerpoint/2010/main" val="1678403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2026-07-13T05:23:56.8200000Z</dcterms:created>
  <dcterms:modified xsi:type="dcterms:W3CDTF">2026-07-13T05:23:56.8200000Z</dcterms:modified>
</coreProperties>
</file>