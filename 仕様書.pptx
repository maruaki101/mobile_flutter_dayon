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2" r:id="rId5"/>
    <p:sldId id="260" r:id="rId6"/>
    <p:sldId id="261" r:id="rId7"/>
    <p:sldId id="263" r:id="rId8"/>
    <p:sldId id="264"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76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4D5F6B-6BD0-4370-3EF2-0429C5C6DBD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23DD10-6124-C778-7FB6-A6422C65466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FB71B1-6B45-0781-7428-D8B09D222B82}"/>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75AEFA34-96BE-564A-13CB-B5341859F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D5E806-5BA8-EACF-D314-74EE11B4CECF}"/>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4240276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1BA018-F0E4-D08E-CE47-54CFB75BBE7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C665778-C198-A066-2259-1B1EA9BB4F4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ABB4B4-6AF5-CF05-ED59-86F3A2553746}"/>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D2868E26-27C9-0F54-6662-DD4003E626A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47BA9C-A5DA-0A0C-5B2F-53B40EA72B1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6629730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4A67D0-62EE-26F0-4DFB-CF311EAEDB1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A371FCA-6C52-27DF-43F4-5E140D08414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D730FAA1-0EB7-A194-2401-6D8E1818C87F}"/>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7523D3DC-D69C-49B9-AAB5-E36119731D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5FB130-5686-E25C-2553-CA158106703D}"/>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889650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2B7E21-1A49-FC6A-16F8-64E21290C10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16F83A-1813-107D-9A61-70067A586D5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BEB653F-9A08-A2F1-B5FF-A822EAF073F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0B756EE-FD13-6905-DCFD-BF4B99165CB1}"/>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0BE9923F-B4A9-61CC-E286-97ECAEBEB9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1EFE9EE-B281-8474-05D8-2393DC0F60A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219410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011D36-23BD-19AB-2F1F-005EECFF75F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1B1A409-0647-2F55-0451-8CA59C682D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4F2AD1D-DE19-4471-2030-9AE6DDFBEF6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51B9CEE2-79EA-7D3F-F4AA-69F854C99B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F25A30D-76BE-376E-C04E-AB9036AF2CCA}"/>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46EF5E0-BF6F-DD87-7A0E-9379CF65CFE5}"/>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E478C0C6-6E66-1159-6F28-0128DFD7FBB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E7EB6F0-4BA1-AC09-2442-A77B153498F0}"/>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6026585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CBBFF2-DC8A-5101-08DA-62174405571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816444-AEAD-AF15-56DB-4089DEAB4E2B}"/>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00FC5CDA-1E81-5ED8-BED3-B6DBF9346A5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65A7C54-53AB-1C73-CEA2-6FFC51861701}"/>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2473718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42FC3DA-90F4-BCDB-F23E-90521572E792}"/>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96AC79FD-9A4F-ACA7-3110-B1CDED63B60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6A21F00-A23C-AFBD-EE66-D149AE5BDDCD}"/>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636733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A98C3C-D447-DB51-62E1-686A3525E4C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083BABC-4E00-688D-87DF-A75E9F040C9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92E2829-F001-EEDA-C99B-E3C2FAD7AD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F2C5341-DF42-7B80-03E1-932CAAC7409E}"/>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181A973F-04EF-03ED-AF46-0717136B59A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ABEB183-86A2-8E3C-80D9-064294C202A3}"/>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0613635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815F9C-B1EE-5D4E-4EED-FF65315B51A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EFA1D6D1-E96F-4267-6852-D00A85FFDE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EA03D38-27F9-42B9-517A-79EC145A8A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552BB6-4AC8-408B-66FA-DF8EBF3B1ACF}"/>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50DD18F3-B645-45C3-4102-4E66481543B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0C5EEC-68E7-0ABA-2100-A5B2C011629F}"/>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34146613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133DC-0DD1-AAD6-EDB5-93629E4999D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E3EF495-A7CD-175A-9F5B-28B12EC5CC9F}"/>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688B2AB-6C31-D28B-6584-DE25C41555CE}"/>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8DFE42E-0DC5-04B5-8044-09DAD5566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D17086-24D5-3844-A776-DE7820A33C86}"/>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1402565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CD5290-2727-4F0F-FDB5-8B5FB5964F2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C4C18BC-89BB-9B7C-06B4-77425EA14D0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8588C90-501F-FB3C-A600-1B501EFA6258}"/>
              </a:ext>
            </a:extLst>
          </p:cNvPr>
          <p:cNvSpPr>
            <a:spLocks noGrp="1"/>
          </p:cNvSpPr>
          <p:nvPr>
            <p:ph type="dt" sz="half" idx="10"/>
          </p:nvPr>
        </p:nvSpPr>
        <p:spPr/>
        <p:txBody>
          <a:body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F62C6BE2-3F55-524D-AD9F-BB090694070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D4935F-F830-A4C6-E1D8-686773E18D2A}"/>
              </a:ext>
            </a:extLst>
          </p:cNvPr>
          <p:cNvSpPr>
            <a:spLocks noGrp="1"/>
          </p:cNvSpPr>
          <p:nvPr>
            <p:ph type="sldNum" sz="quarter" idx="12"/>
          </p:nvPr>
        </p:nvSpPr>
        <p:spPr/>
        <p:txBody>
          <a:body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4240299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4D9971E-E090-3C67-089A-87E3A6398C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66BF8CE-947B-5A09-94F1-A9CF7F0290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FFE5BE-8087-338C-C179-6EAE7A967B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5E06EF-2D54-44E0-8F34-46D58B6F580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97D0115-00BF-5AEB-937B-043C0A7027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E32FC60-8A78-8D51-2BA8-0181E02149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A71933D-D3BC-4429-AB30-5BA12F3FB0E2}" type="slidenum">
              <a:rPr kumimoji="1" lang="ja-JP" altLang="en-US" smtClean="0"/>
              <a:t>‹#›</a:t>
            </a:fld>
            <a:endParaRPr kumimoji="1" lang="ja-JP" altLang="en-US"/>
          </a:p>
        </p:txBody>
      </p:sp>
    </p:spTree>
    <p:extLst>
      <p:ext uri="{BB962C8B-B14F-4D97-AF65-F5344CB8AC3E}">
        <p14:creationId xmlns:p14="http://schemas.microsoft.com/office/powerpoint/2010/main" val="20771694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C9AEB1-6E9D-BFF3-94D3-618620A3055E}"/>
              </a:ext>
            </a:extLst>
          </p:cNvPr>
          <p:cNvSpPr>
            <a:spLocks noGrp="1"/>
          </p:cNvSpPr>
          <p:nvPr>
            <p:ph type="ctrTitle"/>
          </p:nvPr>
        </p:nvSpPr>
        <p:spPr/>
        <p:txBody>
          <a:bodyPr/>
          <a:lstStyle/>
          <a:p>
            <a:r>
              <a:rPr kumimoji="1" lang="ja-JP" altLang="en-US" dirty="0"/>
              <a:t>仕様書</a:t>
            </a:r>
          </a:p>
        </p:txBody>
      </p:sp>
      <p:sp>
        <p:nvSpPr>
          <p:cNvPr id="3" name="字幕 2">
            <a:extLst>
              <a:ext uri="{FF2B5EF4-FFF2-40B4-BE49-F238E27FC236}">
                <a16:creationId xmlns:a16="http://schemas.microsoft.com/office/drawing/2014/main" id="{D4C982F6-8E9C-51E9-0C51-2360CCBA3FBF}"/>
              </a:ext>
            </a:extLst>
          </p:cNvPr>
          <p:cNvSpPr>
            <a:spLocks noGrp="1"/>
          </p:cNvSpPr>
          <p:nvPr>
            <p:ph type="subTitle" idx="1"/>
          </p:nvPr>
        </p:nvSpPr>
        <p:spPr/>
        <p:txBody>
          <a:bodyPr/>
          <a:lstStyle/>
          <a:p>
            <a:endParaRPr kumimoji="1" lang="ja-JP" altLang="en-US" dirty="0"/>
          </a:p>
        </p:txBody>
      </p:sp>
    </p:spTree>
    <p:extLst>
      <p:ext uri="{BB962C8B-B14F-4D97-AF65-F5344CB8AC3E}">
        <p14:creationId xmlns:p14="http://schemas.microsoft.com/office/powerpoint/2010/main" val="952356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BE4489-D123-7EC2-D613-A36518700909}"/>
              </a:ext>
            </a:extLst>
          </p:cNvPr>
          <p:cNvSpPr>
            <a:spLocks noGrp="1"/>
          </p:cNvSpPr>
          <p:nvPr>
            <p:ph type="title"/>
          </p:nvPr>
        </p:nvSpPr>
        <p:spPr/>
        <p:txBody>
          <a:bodyPr/>
          <a:lstStyle/>
          <a:p>
            <a:r>
              <a:rPr kumimoji="1" lang="ja-JP" altLang="en-US" dirty="0"/>
              <a:t>概要</a:t>
            </a:r>
          </a:p>
        </p:txBody>
      </p:sp>
      <p:sp>
        <p:nvSpPr>
          <p:cNvPr id="3" name="コンテンツ プレースホルダー 2">
            <a:extLst>
              <a:ext uri="{FF2B5EF4-FFF2-40B4-BE49-F238E27FC236}">
                <a16:creationId xmlns:a16="http://schemas.microsoft.com/office/drawing/2014/main" id="{95746EF9-405C-75CD-2191-903A044C7039}"/>
              </a:ext>
            </a:extLst>
          </p:cNvPr>
          <p:cNvSpPr>
            <a:spLocks noGrp="1"/>
          </p:cNvSpPr>
          <p:nvPr>
            <p:ph idx="1"/>
          </p:nvPr>
        </p:nvSpPr>
        <p:spPr>
          <a:xfrm>
            <a:off x="838200" y="1859079"/>
            <a:ext cx="10515600" cy="4351338"/>
          </a:xfrm>
        </p:spPr>
        <p:txBody>
          <a:bodyPr/>
          <a:lstStyle/>
          <a:p>
            <a:pPr marL="0" indent="0">
              <a:buNone/>
            </a:pPr>
            <a:r>
              <a:rPr kumimoji="1" lang="ja-JP" altLang="en-US" dirty="0"/>
              <a:t>アル中危険察知注文アプリ</a:t>
            </a:r>
            <a:endParaRPr kumimoji="1" lang="en-US" altLang="ja-JP" dirty="0"/>
          </a:p>
          <a:p>
            <a:pPr marL="0" indent="0">
              <a:buNone/>
            </a:pPr>
            <a:r>
              <a:rPr lang="ja-JP" altLang="en-US" dirty="0"/>
              <a:t>↪注文ごとに飲んだ数をカウント</a:t>
            </a:r>
            <a:endParaRPr lang="en-US" altLang="ja-JP" dirty="0"/>
          </a:p>
          <a:p>
            <a:pPr marL="0" indent="0">
              <a:buNone/>
            </a:pPr>
            <a:r>
              <a:rPr kumimoji="1" lang="ja-JP" altLang="en-US" dirty="0"/>
              <a:t>平均となるデータからあなたが今危険かどうかを判定</a:t>
            </a:r>
            <a:endParaRPr kumimoji="1" lang="en-US" altLang="ja-JP" dirty="0"/>
          </a:p>
          <a:p>
            <a:pPr marL="0" indent="0">
              <a:buNone/>
            </a:pPr>
            <a:endParaRPr kumimoji="1" lang="ja-JP" altLang="en-US" dirty="0"/>
          </a:p>
        </p:txBody>
      </p:sp>
    </p:spTree>
    <p:extLst>
      <p:ext uri="{BB962C8B-B14F-4D97-AF65-F5344CB8AC3E}">
        <p14:creationId xmlns:p14="http://schemas.microsoft.com/office/powerpoint/2010/main" val="3246910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466AA0-F6E7-AAF4-8538-E0DA05290A6C}"/>
              </a:ext>
            </a:extLst>
          </p:cNvPr>
          <p:cNvSpPr>
            <a:spLocks noGrp="1"/>
          </p:cNvSpPr>
          <p:nvPr>
            <p:ph type="title"/>
          </p:nvPr>
        </p:nvSpPr>
        <p:spPr/>
        <p:txBody>
          <a:bodyPr/>
          <a:lstStyle/>
          <a:p>
            <a:r>
              <a:rPr lang="ja-JP" altLang="en-US" dirty="0"/>
              <a:t>機能</a:t>
            </a:r>
            <a:endParaRPr kumimoji="1" lang="ja-JP" altLang="en-US" dirty="0"/>
          </a:p>
        </p:txBody>
      </p:sp>
      <p:sp>
        <p:nvSpPr>
          <p:cNvPr id="3" name="コンテンツ プレースホルダー 2">
            <a:extLst>
              <a:ext uri="{FF2B5EF4-FFF2-40B4-BE49-F238E27FC236}">
                <a16:creationId xmlns:a16="http://schemas.microsoft.com/office/drawing/2014/main" id="{6CD6B9C7-2CCC-6ED6-47A7-971710DF4A22}"/>
              </a:ext>
            </a:extLst>
          </p:cNvPr>
          <p:cNvSpPr>
            <a:spLocks noGrp="1"/>
          </p:cNvSpPr>
          <p:nvPr>
            <p:ph idx="1"/>
          </p:nvPr>
        </p:nvSpPr>
        <p:spPr>
          <a:xfrm>
            <a:off x="838200" y="1859079"/>
            <a:ext cx="10515600" cy="4351338"/>
          </a:xfrm>
        </p:spPr>
        <p:txBody>
          <a:bodyPr/>
          <a:lstStyle/>
          <a:p>
            <a:r>
              <a:rPr kumimoji="1" lang="ja-JP" altLang="en-US" dirty="0"/>
              <a:t>注文機能（皮だけ）</a:t>
            </a:r>
            <a:endParaRPr kumimoji="1" lang="en-US" altLang="ja-JP" dirty="0"/>
          </a:p>
          <a:p>
            <a:r>
              <a:rPr kumimoji="1" lang="ja-JP" altLang="en-US" dirty="0"/>
              <a:t>注文から飲んだ数を数える</a:t>
            </a:r>
            <a:endParaRPr kumimoji="1" lang="en-US" altLang="ja-JP" dirty="0"/>
          </a:p>
          <a:p>
            <a:r>
              <a:rPr kumimoji="1" lang="ja-JP" altLang="en-US" dirty="0"/>
              <a:t>その平均を出す（飲んだ数が少ない場合は計算から除外）</a:t>
            </a:r>
            <a:endParaRPr kumimoji="1" lang="en-US" altLang="ja-JP" dirty="0"/>
          </a:p>
          <a:p>
            <a:r>
              <a:rPr lang="ja-JP" altLang="en-US" dirty="0"/>
              <a:t>飲んだ数超過危険通知</a:t>
            </a:r>
            <a:endParaRPr kumimoji="1" lang="en-US" altLang="ja-JP" dirty="0"/>
          </a:p>
          <a:p>
            <a:r>
              <a:rPr kumimoji="1" lang="ja-JP" altLang="en-US" dirty="0"/>
              <a:t>ここからできたら↓</a:t>
            </a:r>
            <a:endParaRPr kumimoji="1" lang="en-US" altLang="ja-JP" dirty="0"/>
          </a:p>
          <a:p>
            <a:r>
              <a:rPr kumimoji="1" lang="ja-JP" altLang="en-US" dirty="0"/>
              <a:t>カメラで飲んだ数を記録→実現性が低い＋</a:t>
            </a:r>
            <a:endParaRPr kumimoji="1" lang="en-US" altLang="ja-JP" dirty="0"/>
          </a:p>
          <a:p>
            <a:r>
              <a:rPr lang="ja-JP" altLang="en-US" dirty="0"/>
              <a:t>１１９機能</a:t>
            </a:r>
            <a:endParaRPr lang="en-US" altLang="ja-JP" dirty="0"/>
          </a:p>
          <a:p>
            <a:endParaRPr kumimoji="1" lang="en-US" altLang="ja-JP" dirty="0"/>
          </a:p>
          <a:p>
            <a:pPr marL="0" indent="0">
              <a:buNone/>
            </a:pPr>
            <a:endParaRPr kumimoji="1" lang="en-US" altLang="ja-JP" dirty="0"/>
          </a:p>
          <a:p>
            <a:endParaRPr kumimoji="1" lang="ja-JP" altLang="en-US" dirty="0"/>
          </a:p>
        </p:txBody>
      </p:sp>
    </p:spTree>
    <p:extLst>
      <p:ext uri="{BB962C8B-B14F-4D97-AF65-F5344CB8AC3E}">
        <p14:creationId xmlns:p14="http://schemas.microsoft.com/office/powerpoint/2010/main" val="1962472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524656-89B5-B76D-7140-505F1B3A1679}"/>
              </a:ext>
            </a:extLst>
          </p:cNvPr>
          <p:cNvSpPr>
            <a:spLocks noGrp="1"/>
          </p:cNvSpPr>
          <p:nvPr>
            <p:ph type="title"/>
          </p:nvPr>
        </p:nvSpPr>
        <p:spPr/>
        <p:txBody>
          <a:bodyPr/>
          <a:lstStyle/>
          <a:p>
            <a:r>
              <a:rPr kumimoji="1" lang="ja-JP" altLang="en-US" dirty="0"/>
              <a:t>画面遷移</a:t>
            </a:r>
          </a:p>
        </p:txBody>
      </p:sp>
      <p:sp>
        <p:nvSpPr>
          <p:cNvPr id="4" name="正方形/長方形 3">
            <a:extLst>
              <a:ext uri="{FF2B5EF4-FFF2-40B4-BE49-F238E27FC236}">
                <a16:creationId xmlns:a16="http://schemas.microsoft.com/office/drawing/2014/main" id="{A372E9C5-55F2-C00A-F739-90512C1E586C}"/>
              </a:ext>
            </a:extLst>
          </p:cNvPr>
          <p:cNvSpPr/>
          <p:nvPr/>
        </p:nvSpPr>
        <p:spPr>
          <a:xfrm>
            <a:off x="1048215" y="2709746"/>
            <a:ext cx="2865863" cy="71925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t>注文表示</a:t>
            </a:r>
            <a:endParaRPr kumimoji="1" lang="ja-JP" altLang="en-US" dirty="0"/>
          </a:p>
        </p:txBody>
      </p:sp>
      <p:sp>
        <p:nvSpPr>
          <p:cNvPr id="5" name="正方形/長方形 4">
            <a:extLst>
              <a:ext uri="{FF2B5EF4-FFF2-40B4-BE49-F238E27FC236}">
                <a16:creationId xmlns:a16="http://schemas.microsoft.com/office/drawing/2014/main" id="{EA66B7D5-9CE3-2044-182F-D9770FE60FA1}"/>
              </a:ext>
            </a:extLst>
          </p:cNvPr>
          <p:cNvSpPr/>
          <p:nvPr/>
        </p:nvSpPr>
        <p:spPr>
          <a:xfrm>
            <a:off x="8277922" y="2709746"/>
            <a:ext cx="2865863" cy="71925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t>危険通知</a:t>
            </a:r>
          </a:p>
        </p:txBody>
      </p:sp>
      <p:sp>
        <p:nvSpPr>
          <p:cNvPr id="6" name="矢印: 右 5">
            <a:extLst>
              <a:ext uri="{FF2B5EF4-FFF2-40B4-BE49-F238E27FC236}">
                <a16:creationId xmlns:a16="http://schemas.microsoft.com/office/drawing/2014/main" id="{00C5F51C-F732-6C61-A5B8-78C97BCF09C6}"/>
              </a:ext>
            </a:extLst>
          </p:cNvPr>
          <p:cNvSpPr/>
          <p:nvPr/>
        </p:nvSpPr>
        <p:spPr>
          <a:xfrm>
            <a:off x="5390508" y="2709746"/>
            <a:ext cx="1407559" cy="80138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74642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グラフィカル ユーザー インターフェイス&#10;&#10;AI 生成コンテンツは誤りを含む可能性があります。">
            <a:extLst>
              <a:ext uri="{FF2B5EF4-FFF2-40B4-BE49-F238E27FC236}">
                <a16:creationId xmlns:a16="http://schemas.microsoft.com/office/drawing/2014/main" id="{C708692A-426A-9603-97C9-A7A0BB23F7C3}"/>
              </a:ext>
            </a:extLst>
          </p:cNvPr>
          <p:cNvPicPr>
            <a:picLocks noChangeAspect="1"/>
          </p:cNvPicPr>
          <p:nvPr/>
        </p:nvPicPr>
        <p:blipFill>
          <a:blip r:embed="rId2"/>
          <a:stretch>
            <a:fillRect/>
          </a:stretch>
        </p:blipFill>
        <p:spPr>
          <a:xfrm>
            <a:off x="0" y="1390"/>
            <a:ext cx="12192000" cy="6855220"/>
          </a:xfrm>
          <a:prstGeom prst="rect">
            <a:avLst/>
          </a:prstGeom>
        </p:spPr>
      </p:pic>
      <p:sp>
        <p:nvSpPr>
          <p:cNvPr id="6" name="テキスト ボックス 5">
            <a:extLst>
              <a:ext uri="{FF2B5EF4-FFF2-40B4-BE49-F238E27FC236}">
                <a16:creationId xmlns:a16="http://schemas.microsoft.com/office/drawing/2014/main" id="{01741194-EDDB-5416-3721-390CE9DD5335}"/>
              </a:ext>
            </a:extLst>
          </p:cNvPr>
          <p:cNvSpPr txBox="1"/>
          <p:nvPr/>
        </p:nvSpPr>
        <p:spPr>
          <a:xfrm>
            <a:off x="7203688" y="4036741"/>
            <a:ext cx="2723823" cy="369332"/>
          </a:xfrm>
          <a:prstGeom prst="rect">
            <a:avLst/>
          </a:prstGeom>
          <a:noFill/>
        </p:spPr>
        <p:txBody>
          <a:bodyPr wrap="none" rtlCol="0">
            <a:spAutoFit/>
          </a:bodyPr>
          <a:lstStyle/>
          <a:p>
            <a:r>
              <a:rPr kumimoji="1" lang="ja-JP" altLang="en-US" dirty="0"/>
              <a:t>①飲んだ</a:t>
            </a:r>
            <a:r>
              <a:rPr lang="ja-JP" altLang="en-US" dirty="0"/>
              <a:t>杯数</a:t>
            </a:r>
            <a:r>
              <a:rPr kumimoji="1" lang="ja-JP" altLang="en-US" dirty="0"/>
              <a:t>を増やせる</a:t>
            </a:r>
          </a:p>
        </p:txBody>
      </p:sp>
      <p:sp>
        <p:nvSpPr>
          <p:cNvPr id="7" name="テキスト ボックス 6">
            <a:extLst>
              <a:ext uri="{FF2B5EF4-FFF2-40B4-BE49-F238E27FC236}">
                <a16:creationId xmlns:a16="http://schemas.microsoft.com/office/drawing/2014/main" id="{F6331408-7B62-9744-2DBF-C60408C92E2A}"/>
              </a:ext>
            </a:extLst>
          </p:cNvPr>
          <p:cNvSpPr txBox="1"/>
          <p:nvPr/>
        </p:nvSpPr>
        <p:spPr>
          <a:xfrm>
            <a:off x="7203687" y="4624039"/>
            <a:ext cx="2031325" cy="369332"/>
          </a:xfrm>
          <a:prstGeom prst="rect">
            <a:avLst/>
          </a:prstGeom>
          <a:noFill/>
        </p:spPr>
        <p:txBody>
          <a:bodyPr wrap="none" rtlCol="0">
            <a:spAutoFit/>
          </a:bodyPr>
          <a:lstStyle/>
          <a:p>
            <a:r>
              <a:rPr lang="ja-JP" altLang="en-US" dirty="0"/>
              <a:t>②杯数をリセット</a:t>
            </a:r>
            <a:endParaRPr kumimoji="1" lang="ja-JP" altLang="en-US" dirty="0"/>
          </a:p>
        </p:txBody>
      </p:sp>
      <p:sp>
        <p:nvSpPr>
          <p:cNvPr id="8" name="テキスト ボックス 7">
            <a:extLst>
              <a:ext uri="{FF2B5EF4-FFF2-40B4-BE49-F238E27FC236}">
                <a16:creationId xmlns:a16="http://schemas.microsoft.com/office/drawing/2014/main" id="{A586D9BA-84E9-E6CD-CEE4-CC0070ADD9CD}"/>
              </a:ext>
            </a:extLst>
          </p:cNvPr>
          <p:cNvSpPr txBox="1"/>
          <p:nvPr/>
        </p:nvSpPr>
        <p:spPr>
          <a:xfrm>
            <a:off x="7261245" y="6114586"/>
            <a:ext cx="3185487" cy="369332"/>
          </a:xfrm>
          <a:prstGeom prst="rect">
            <a:avLst/>
          </a:prstGeom>
          <a:noFill/>
        </p:spPr>
        <p:txBody>
          <a:bodyPr wrap="none" rtlCol="0">
            <a:spAutoFit/>
          </a:bodyPr>
          <a:lstStyle/>
          <a:p>
            <a:r>
              <a:rPr lang="ja-JP" altLang="en-US" dirty="0"/>
              <a:t>③飲んだ数カレンダーへ遷移</a:t>
            </a:r>
            <a:endParaRPr kumimoji="1" lang="ja-JP" altLang="en-US" dirty="0"/>
          </a:p>
        </p:txBody>
      </p:sp>
    </p:spTree>
    <p:extLst>
      <p:ext uri="{BB962C8B-B14F-4D97-AF65-F5344CB8AC3E}">
        <p14:creationId xmlns:p14="http://schemas.microsoft.com/office/powerpoint/2010/main" val="664345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descr="テーブル&#10;&#10;AI 生成コンテンツは誤りを含む可能性があります。">
            <a:extLst>
              <a:ext uri="{FF2B5EF4-FFF2-40B4-BE49-F238E27FC236}">
                <a16:creationId xmlns:a16="http://schemas.microsoft.com/office/drawing/2014/main" id="{6D1FA6F1-7F78-33A2-922C-E98D7EC6DC7A}"/>
              </a:ext>
            </a:extLst>
          </p:cNvPr>
          <p:cNvPicPr>
            <a:picLocks noChangeAspect="1"/>
          </p:cNvPicPr>
          <p:nvPr/>
        </p:nvPicPr>
        <p:blipFill>
          <a:blip r:embed="rId2"/>
          <a:stretch>
            <a:fillRect/>
          </a:stretch>
        </p:blipFill>
        <p:spPr>
          <a:xfrm>
            <a:off x="0" y="1390"/>
            <a:ext cx="12192000" cy="6855220"/>
          </a:xfrm>
          <a:prstGeom prst="rect">
            <a:avLst/>
          </a:prstGeom>
        </p:spPr>
      </p:pic>
      <p:sp>
        <p:nvSpPr>
          <p:cNvPr id="6" name="テキスト ボックス 5">
            <a:extLst>
              <a:ext uri="{FF2B5EF4-FFF2-40B4-BE49-F238E27FC236}">
                <a16:creationId xmlns:a16="http://schemas.microsoft.com/office/drawing/2014/main" id="{76E8E8BD-F481-4D65-A059-23D30B7654A4}"/>
              </a:ext>
            </a:extLst>
          </p:cNvPr>
          <p:cNvSpPr txBox="1"/>
          <p:nvPr/>
        </p:nvSpPr>
        <p:spPr>
          <a:xfrm>
            <a:off x="7393259" y="5486400"/>
            <a:ext cx="4801314" cy="1200329"/>
          </a:xfrm>
          <a:prstGeom prst="rect">
            <a:avLst/>
          </a:prstGeom>
          <a:noFill/>
        </p:spPr>
        <p:txBody>
          <a:bodyPr wrap="none" rtlCol="0">
            <a:spAutoFit/>
          </a:bodyPr>
          <a:lstStyle/>
          <a:p>
            <a:r>
              <a:rPr kumimoji="1" lang="ja-JP" altLang="en-US" dirty="0"/>
              <a:t>・日付ごとの飲んだ数を表示</a:t>
            </a:r>
            <a:endParaRPr kumimoji="1" lang="en-US" altLang="ja-JP" dirty="0"/>
          </a:p>
          <a:p>
            <a:r>
              <a:rPr kumimoji="1" lang="ja-JP" altLang="en-US" dirty="0"/>
              <a:t>・保存機能は未実装</a:t>
            </a:r>
            <a:endParaRPr kumimoji="1" lang="en-US" altLang="ja-JP" dirty="0"/>
          </a:p>
          <a:p>
            <a:r>
              <a:rPr lang="ja-JP" altLang="en-US" dirty="0"/>
              <a:t>・カウントページでカウントした当日の杯数</a:t>
            </a:r>
            <a:endParaRPr lang="en-US" altLang="ja-JP" dirty="0"/>
          </a:p>
          <a:p>
            <a:r>
              <a:rPr kumimoji="1" lang="ja-JP" altLang="en-US" dirty="0"/>
              <a:t>　は表示可能</a:t>
            </a:r>
          </a:p>
        </p:txBody>
      </p:sp>
    </p:spTree>
    <p:extLst>
      <p:ext uri="{BB962C8B-B14F-4D97-AF65-F5344CB8AC3E}">
        <p14:creationId xmlns:p14="http://schemas.microsoft.com/office/powerpoint/2010/main" val="348216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F32126-8B08-0AF6-F52F-3932C2059430}"/>
              </a:ext>
            </a:extLst>
          </p:cNvPr>
          <p:cNvSpPr>
            <a:spLocks noGrp="1"/>
          </p:cNvSpPr>
          <p:nvPr>
            <p:ph type="title"/>
          </p:nvPr>
        </p:nvSpPr>
        <p:spPr/>
        <p:txBody>
          <a:bodyPr/>
          <a:lstStyle/>
          <a:p>
            <a:r>
              <a:rPr kumimoji="1" lang="ja-JP" altLang="en-US" dirty="0"/>
              <a:t>実現可能性の調査</a:t>
            </a:r>
          </a:p>
        </p:txBody>
      </p:sp>
      <p:sp>
        <p:nvSpPr>
          <p:cNvPr id="3" name="コンテンツ プレースホルダー 2">
            <a:extLst>
              <a:ext uri="{FF2B5EF4-FFF2-40B4-BE49-F238E27FC236}">
                <a16:creationId xmlns:a16="http://schemas.microsoft.com/office/drawing/2014/main" id="{21FF7843-62A5-3618-0DE5-223CA2C85B92}"/>
              </a:ext>
            </a:extLst>
          </p:cNvPr>
          <p:cNvSpPr>
            <a:spLocks noGrp="1"/>
          </p:cNvSpPr>
          <p:nvPr>
            <p:ph idx="1"/>
          </p:nvPr>
        </p:nvSpPr>
        <p:spPr/>
        <p:txBody>
          <a:bodyPr/>
          <a:lstStyle/>
          <a:p>
            <a:pPr marL="0" indent="0">
              <a:buNone/>
            </a:pPr>
            <a:r>
              <a:rPr kumimoji="1" lang="ja-JP" altLang="en-US" dirty="0"/>
              <a:t>実現可能性というよりアプリ自体の完成はできるが</a:t>
            </a:r>
            <a:endParaRPr kumimoji="1" lang="en-US" altLang="ja-JP" dirty="0"/>
          </a:p>
          <a:p>
            <a:pPr marL="0" indent="0">
              <a:buNone/>
            </a:pPr>
            <a:r>
              <a:rPr lang="ja-JP" altLang="en-US" dirty="0"/>
              <a:t>手動カウントなど酔っ払いができる行為でないためそれに代わる代替案を模索中です</a:t>
            </a:r>
            <a:endParaRPr lang="en-US" altLang="ja-JP" dirty="0"/>
          </a:p>
          <a:p>
            <a:pPr marL="0" indent="0">
              <a:buNone/>
            </a:pPr>
            <a:r>
              <a:rPr kumimoji="1" lang="ja-JP" altLang="en-US" dirty="0"/>
              <a:t>→カウントは注文機器組み込むことで行うようにする</a:t>
            </a:r>
            <a:endParaRPr kumimoji="1" lang="en-US" altLang="ja-JP" dirty="0"/>
          </a:p>
          <a:p>
            <a:pPr marL="0" indent="0">
              <a:buNone/>
            </a:pPr>
            <a:endParaRPr lang="en-US" altLang="ja-JP" dirty="0"/>
          </a:p>
          <a:p>
            <a:pPr marL="0" indent="0">
              <a:buNone/>
            </a:pPr>
            <a:r>
              <a:rPr kumimoji="1" lang="ja-JP" altLang="en-US" dirty="0"/>
              <a:t>なのでアプリは注文アプリという形にする</a:t>
            </a:r>
          </a:p>
        </p:txBody>
      </p:sp>
    </p:spTree>
    <p:extLst>
      <p:ext uri="{BB962C8B-B14F-4D97-AF65-F5344CB8AC3E}">
        <p14:creationId xmlns:p14="http://schemas.microsoft.com/office/powerpoint/2010/main" val="899221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B59DB-46E2-DD4E-D7B2-914CA3182E4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BD3883-E69B-1D2B-2048-9340DDC3B606}"/>
              </a:ext>
            </a:extLst>
          </p:cNvPr>
          <p:cNvSpPr>
            <a:spLocks noGrp="1"/>
          </p:cNvSpPr>
          <p:nvPr>
            <p:ph type="title"/>
          </p:nvPr>
        </p:nvSpPr>
        <p:spPr/>
        <p:txBody>
          <a:bodyPr/>
          <a:lstStyle/>
          <a:p>
            <a:r>
              <a:rPr kumimoji="1" lang="ja-JP" altLang="en-US" dirty="0"/>
              <a:t>実現可能性の調査</a:t>
            </a:r>
          </a:p>
        </p:txBody>
      </p:sp>
      <p:sp>
        <p:nvSpPr>
          <p:cNvPr id="3" name="コンテンツ プレースホルダー 2">
            <a:extLst>
              <a:ext uri="{FF2B5EF4-FFF2-40B4-BE49-F238E27FC236}">
                <a16:creationId xmlns:a16="http://schemas.microsoft.com/office/drawing/2014/main" id="{34D17CE4-3558-DC85-7F47-52010DC60433}"/>
              </a:ext>
            </a:extLst>
          </p:cNvPr>
          <p:cNvSpPr>
            <a:spLocks noGrp="1"/>
          </p:cNvSpPr>
          <p:nvPr>
            <p:ph idx="1"/>
          </p:nvPr>
        </p:nvSpPr>
        <p:spPr/>
        <p:txBody>
          <a:bodyPr/>
          <a:lstStyle/>
          <a:p>
            <a:pPr marL="0" indent="0">
              <a:buNone/>
            </a:pPr>
            <a:r>
              <a:rPr kumimoji="1" lang="ja-JP" altLang="en-US" dirty="0"/>
              <a:t>注文アプリ自体は最悪皮だけでもでよいし</a:t>
            </a:r>
            <a:endParaRPr kumimoji="1" lang="en-US" altLang="ja-JP" dirty="0"/>
          </a:p>
          <a:p>
            <a:pPr marL="0" indent="0">
              <a:buNone/>
            </a:pPr>
            <a:r>
              <a:rPr kumimoji="1" lang="en-US" altLang="ja-JP" dirty="0"/>
              <a:t>EC</a:t>
            </a:r>
            <a:r>
              <a:rPr kumimoji="1" lang="ja-JP" altLang="en-US" dirty="0"/>
              <a:t>サイトなども作ったことがあるため中も機能も作れると思われる</a:t>
            </a:r>
            <a:endParaRPr kumimoji="1" lang="en-US" altLang="ja-JP" dirty="0"/>
          </a:p>
          <a:p>
            <a:pPr marL="0" indent="0">
              <a:buNone/>
            </a:pPr>
            <a:r>
              <a:rPr kumimoji="1" lang="ja-JP" altLang="en-US" dirty="0"/>
              <a:t>平均値←今のところは平均を調べてそれにしようとしているが</a:t>
            </a:r>
            <a:endParaRPr kumimoji="1" lang="en-US" altLang="ja-JP" dirty="0"/>
          </a:p>
          <a:p>
            <a:pPr marL="0" indent="0">
              <a:buNone/>
            </a:pPr>
            <a:r>
              <a:rPr lang="ja-JP" altLang="en-US" dirty="0"/>
              <a:t>　　　　人によって酒のキャパが違うのでそれをどうにかしたい</a:t>
            </a:r>
            <a:endParaRPr lang="en-US" altLang="ja-JP" dirty="0"/>
          </a:p>
          <a:p>
            <a:pPr marL="0" indent="0">
              <a:buNone/>
            </a:pPr>
            <a:r>
              <a:rPr lang="ja-JP" altLang="en-US" dirty="0"/>
              <a:t>　　　　→酒の種類によって度数も変わるためそれに</a:t>
            </a:r>
            <a:r>
              <a:rPr lang="en-US" altLang="ja-JP" dirty="0"/>
              <a:t>ml</a:t>
            </a:r>
            <a:r>
              <a:rPr lang="ja-JP" altLang="en-US" dirty="0"/>
              <a:t>度数含　　　　　　　　　　　　　　</a:t>
            </a:r>
            <a:r>
              <a:rPr lang="en-US" altLang="ja-JP" dirty="0"/>
              <a:t>		</a:t>
            </a:r>
            <a:r>
              <a:rPr lang="ja-JP" altLang="en-US" dirty="0"/>
              <a:t>めて対応する平均値にする</a:t>
            </a:r>
            <a:endParaRPr lang="en-US" altLang="ja-JP" dirty="0"/>
          </a:p>
          <a:p>
            <a:pPr marL="0" indent="0">
              <a:buNone/>
            </a:pPr>
            <a:r>
              <a:rPr lang="ja-JP" altLang="en-US" dirty="0"/>
              <a:t>追加機能は１１９などは</a:t>
            </a:r>
            <a:endParaRPr lang="en-US" altLang="ja-JP" dirty="0"/>
          </a:p>
          <a:p>
            <a:pPr marL="0" indent="0">
              <a:buNone/>
            </a:pPr>
            <a:r>
              <a:rPr lang="ja-JP" altLang="en-US" dirty="0"/>
              <a:t>　　　</a:t>
            </a:r>
            <a:endParaRPr kumimoji="1" lang="ja-JP" altLang="en-US" dirty="0"/>
          </a:p>
        </p:txBody>
      </p:sp>
    </p:spTree>
    <p:extLst>
      <p:ext uri="{BB962C8B-B14F-4D97-AF65-F5344CB8AC3E}">
        <p14:creationId xmlns:p14="http://schemas.microsoft.com/office/powerpoint/2010/main" val="192409607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524</TotalTime>
  <Words>270</Words>
  <Application>Microsoft Office PowerPoint</Application>
  <PresentationFormat>ワイド画面</PresentationFormat>
  <Paragraphs>38</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仕様書</vt:lpstr>
      <vt:lpstr>概要</vt:lpstr>
      <vt:lpstr>機能</vt:lpstr>
      <vt:lpstr>画面遷移</vt:lpstr>
      <vt:lpstr>PowerPoint プレゼンテーション</vt:lpstr>
      <vt:lpstr>PowerPoint プレゼンテーション</vt:lpstr>
      <vt:lpstr>実現可能性の調査</vt:lpstr>
      <vt:lpstr>実現可能性の調査</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木村 耀丸(zeal23410142)</dc:creator>
  <cp:lastModifiedBy>木村 耀丸(zeal23410142)</cp:lastModifiedBy>
  <cp:revision>4</cp:revision>
  <dcterms:created xsi:type="dcterms:W3CDTF">2025-11-26T01:04:15Z</dcterms:created>
  <dcterms:modified xsi:type="dcterms:W3CDTF">2026-05-13T07:50:41Z</dcterms:modified>
</cp:coreProperties>
</file>