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2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7" d="100"/>
          <a:sy n="57" d="100"/>
        </p:scale>
        <p:origin x="6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4D5F6B-6BD0-4370-3EF2-0429C5C6DB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923DD10-6124-C778-7FB6-A6422C6546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FB71B1-6B45-0781-7428-D8B09D22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AEFA34-96BE-564A-13CB-B5341859F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D5E806-5BA8-EACF-D314-74EE11B4C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276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1BA018-F0E4-D08E-CE47-54CFB75BB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665778-C198-A066-2259-1B1EA9BB4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ABB4B4-6AF5-CF05-ED59-86F3A2553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868E26-27C9-0F54-6662-DD4003E62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47BA9C-A5DA-0A0C-5B2F-53B40EA72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2973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4A67D0-62EE-26F0-4DFB-CF311EAED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A371FCA-6C52-27DF-43F4-5E140D084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730FAA1-0EB7-A194-2401-6D8E1818C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23D3DC-D69C-49B9-AAB5-E36119731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5FB130-5686-E25C-2553-CA1581067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9650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2B7E21-1A49-FC6A-16F8-64E21290C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16F83A-1813-107D-9A61-70067A586D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BEB653F-9A08-A2F1-B5FF-A822EAF073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0B756EE-FD13-6905-DCFD-BF4B99165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E9923F-B4A9-61CC-E286-97ECAEBE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EFE9EE-B281-8474-05D8-2393DC0F6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9410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011D36-23BD-19AB-2F1F-005EECFF7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1B1A409-0647-2F55-0451-8CA59C682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4F2AD1D-DE19-4471-2030-9AE6DDFBE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1B9CEE2-79EA-7D3F-F4AA-69F854C99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F25A30D-76BE-376E-C04E-AB9036AF2C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6EF5E0-BF6F-DD87-7A0E-9379CF65C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478C0C6-6E66-1159-6F28-0128DFD7F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E7EB6F0-4BA1-AC09-2442-A77B1534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658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CBBFF2-DC8A-5101-08DA-621744055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E816444-AEAD-AF15-56DB-4089DEAB4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0FC5CDA-1E81-5ED8-BED3-B6DBF9346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65A7C54-53AB-1C73-CEA2-6FFC51861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3718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42FC3DA-90F4-BCDB-F23E-90521572E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6AC79FD-9A4F-ACA7-3110-B1CDED63B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6A21F00-A23C-AFBD-EE66-D149AE5BD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6733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A98C3C-D447-DB51-62E1-686A3525E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083BABC-4E00-688D-87DF-A75E9F040C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92E2829-F001-EEDA-C99B-E3C2FAD7AD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F2C5341-DF42-7B80-03E1-932CAAC7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81A973F-04EF-03ED-AF46-0717136B5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BEB183-86A2-8E3C-80D9-064294C20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363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815F9C-B1EE-5D4E-4EED-FF65315B5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FA1D6D1-E96F-4267-6852-D00A85FFDE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A03D38-27F9-42B9-517A-79EC145A8A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552BB6-4AC8-408B-66FA-DF8EBF3B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DD18F3-B645-45C3-4102-4E6648154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0C5EEC-68E7-0ABA-2100-A5B2C0116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4661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1133DC-0DD1-AAD6-EDB5-93629E499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E3EF495-A7CD-175A-9F5B-28B12EC5CC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88B2AB-6C31-D28B-6584-DE25C4155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DFE42E-0DC5-04B5-8044-09DAD5566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D17086-24D5-3844-A776-DE7820A33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2565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ACD5290-2727-4F0F-FDB5-8B5FB5964F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4C18BC-89BB-9B7C-06B4-77425EA14D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588C90-501F-FB3C-A600-1B501EFA6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2C6BE2-3F55-524D-AD9F-BB0906940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D4935F-F830-A4C6-E1D8-686773E18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299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4D9971E-E090-3C67-089A-87E3A6398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66BF8CE-947B-5A09-94F1-A9CF7F0290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FFE5BE-8087-338C-C179-6EAE7A967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5E06EF-2D54-44E0-8F34-46D58B6F580D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7D0115-00BF-5AEB-937B-043C0A7027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E32FC60-8A78-8D51-2BA8-0181E0214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71933D-D3BC-4429-AB30-5BA12F3FB0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7169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C9AEB1-6E9D-BFF3-94D3-618620A305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仕様書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4C982F6-8E9C-51E9-0C51-2360CCBA3F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52356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BE4489-D123-7EC2-D613-A36518700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5746EF9-405C-75CD-2191-903A044C70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907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アル中危険察知アプリ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↪一回の飲み会で飲んだ数を記録する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平均を出して自分のキャパがどのくらいか図れるようにする</a:t>
            </a:r>
          </a:p>
        </p:txBody>
      </p:sp>
    </p:spTree>
    <p:extLst>
      <p:ext uri="{BB962C8B-B14F-4D97-AF65-F5344CB8AC3E}">
        <p14:creationId xmlns:p14="http://schemas.microsoft.com/office/powerpoint/2010/main" val="3246910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66AA0-F6E7-AAF4-8538-E0DA052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機能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D6B9C7-2CCC-6ED6-47A7-971710DF4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9079"/>
            <a:ext cx="10515600" cy="4351338"/>
          </a:xfrm>
        </p:spPr>
        <p:txBody>
          <a:bodyPr/>
          <a:lstStyle/>
          <a:p>
            <a:r>
              <a:rPr kumimoji="1" lang="ja-JP" altLang="en-US" dirty="0"/>
              <a:t>飲んだ数を数える</a:t>
            </a:r>
            <a:endParaRPr kumimoji="1" lang="en-US" altLang="ja-JP" dirty="0"/>
          </a:p>
          <a:p>
            <a:r>
              <a:rPr kumimoji="1" lang="ja-JP" altLang="en-US" dirty="0"/>
              <a:t>その平均を出す（飲んだ数が少ない場合は計算から除外）</a:t>
            </a:r>
            <a:endParaRPr kumimoji="1" lang="en-US" altLang="ja-JP" dirty="0"/>
          </a:p>
          <a:p>
            <a:r>
              <a:rPr kumimoji="1" lang="ja-JP" altLang="en-US" dirty="0"/>
              <a:t>手動カウント</a:t>
            </a:r>
            <a:endParaRPr kumimoji="1" lang="en-US" altLang="ja-JP" dirty="0"/>
          </a:p>
          <a:p>
            <a:r>
              <a:rPr lang="ja-JP" altLang="en-US" dirty="0"/>
              <a:t>飲んだ数超過危険通知</a:t>
            </a:r>
            <a:endParaRPr kumimoji="1" lang="en-US" altLang="ja-JP" dirty="0"/>
          </a:p>
          <a:p>
            <a:r>
              <a:rPr kumimoji="1" lang="ja-JP" altLang="en-US" dirty="0"/>
              <a:t>ここからできたら↓</a:t>
            </a:r>
            <a:endParaRPr kumimoji="1" lang="en-US" altLang="ja-JP" dirty="0"/>
          </a:p>
          <a:p>
            <a:r>
              <a:rPr kumimoji="1" lang="ja-JP" altLang="en-US" dirty="0"/>
              <a:t>カメラで飲んだ数を記録</a:t>
            </a:r>
            <a:endParaRPr kumimoji="1" lang="en-US" altLang="ja-JP" dirty="0"/>
          </a:p>
          <a:p>
            <a:r>
              <a:rPr lang="ja-JP" altLang="en-US" dirty="0"/>
              <a:t>１１９機能</a:t>
            </a:r>
            <a:endParaRPr lang="en-US" altLang="ja-JP" dirty="0"/>
          </a:p>
          <a:p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62472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524656-89B5-B76D-7140-505F1B3A1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画面遷移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372E9C5-55F2-C00A-F739-90512C1E586C}"/>
              </a:ext>
            </a:extLst>
          </p:cNvPr>
          <p:cNvSpPr/>
          <p:nvPr/>
        </p:nvSpPr>
        <p:spPr>
          <a:xfrm>
            <a:off x="1048215" y="2709746"/>
            <a:ext cx="2865863" cy="7192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飲んだ数カウント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A66B7D5-9CE3-2044-182F-D9770FE60FA1}"/>
              </a:ext>
            </a:extLst>
          </p:cNvPr>
          <p:cNvSpPr/>
          <p:nvPr/>
        </p:nvSpPr>
        <p:spPr>
          <a:xfrm>
            <a:off x="8277922" y="2709746"/>
            <a:ext cx="2865863" cy="7192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飲んだ数カレンダー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00C5F51C-F732-6C61-A5B8-78C97BCF09C6}"/>
              </a:ext>
            </a:extLst>
          </p:cNvPr>
          <p:cNvSpPr/>
          <p:nvPr/>
        </p:nvSpPr>
        <p:spPr>
          <a:xfrm>
            <a:off x="5390508" y="2709746"/>
            <a:ext cx="1407559" cy="80138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4642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グラフィカル ユーザー インターフェイス&#10;&#10;AI 生成コンテンツは誤りを含む可能性があります。">
            <a:extLst>
              <a:ext uri="{FF2B5EF4-FFF2-40B4-BE49-F238E27FC236}">
                <a16:creationId xmlns:a16="http://schemas.microsoft.com/office/drawing/2014/main" id="{C708692A-426A-9603-97C9-A7A0BB23F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1741194-EDDB-5416-3721-390CE9DD5335}"/>
              </a:ext>
            </a:extLst>
          </p:cNvPr>
          <p:cNvSpPr txBox="1"/>
          <p:nvPr/>
        </p:nvSpPr>
        <p:spPr>
          <a:xfrm>
            <a:off x="7203688" y="403674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①飲んだ</a:t>
            </a:r>
            <a:r>
              <a:rPr lang="ja-JP" altLang="en-US" dirty="0"/>
              <a:t>杯数</a:t>
            </a:r>
            <a:r>
              <a:rPr kumimoji="1" lang="ja-JP" altLang="en-US" dirty="0"/>
              <a:t>を増やせる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6331408-7B62-9744-2DBF-C60408C92E2A}"/>
              </a:ext>
            </a:extLst>
          </p:cNvPr>
          <p:cNvSpPr txBox="1"/>
          <p:nvPr/>
        </p:nvSpPr>
        <p:spPr>
          <a:xfrm>
            <a:off x="7203687" y="4624039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②杯数をリセット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586D9BA-84E9-E6CD-CEE4-CC0070ADD9CD}"/>
              </a:ext>
            </a:extLst>
          </p:cNvPr>
          <p:cNvSpPr txBox="1"/>
          <p:nvPr/>
        </p:nvSpPr>
        <p:spPr>
          <a:xfrm>
            <a:off x="7261245" y="6114586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③飲んだ数カレンダーへ遷移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64345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6D1FA6F1-7F78-33A2-922C-E98D7EC6D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E8E8BD-F481-4D65-A059-23D30B7654A4}"/>
              </a:ext>
            </a:extLst>
          </p:cNvPr>
          <p:cNvSpPr txBox="1"/>
          <p:nvPr/>
        </p:nvSpPr>
        <p:spPr>
          <a:xfrm>
            <a:off x="7393259" y="5486400"/>
            <a:ext cx="48013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・日付ごとの飲んだ数を表示</a:t>
            </a:r>
            <a:endParaRPr kumimoji="1" lang="en-US" altLang="ja-JP" dirty="0"/>
          </a:p>
          <a:p>
            <a:r>
              <a:rPr kumimoji="1" lang="ja-JP" altLang="en-US" dirty="0"/>
              <a:t>・保存機能は未実装</a:t>
            </a:r>
            <a:endParaRPr kumimoji="1" lang="en-US" altLang="ja-JP" dirty="0"/>
          </a:p>
          <a:p>
            <a:r>
              <a:rPr lang="ja-JP" altLang="en-US" dirty="0"/>
              <a:t>・カウントページでカウントした当日の杯数</a:t>
            </a:r>
            <a:endParaRPr lang="en-US" altLang="ja-JP" dirty="0"/>
          </a:p>
          <a:p>
            <a:r>
              <a:rPr kumimoji="1" lang="ja-JP" altLang="en-US" dirty="0"/>
              <a:t>　は表示可能</a:t>
            </a:r>
          </a:p>
        </p:txBody>
      </p:sp>
    </p:spTree>
    <p:extLst>
      <p:ext uri="{BB962C8B-B14F-4D97-AF65-F5344CB8AC3E}">
        <p14:creationId xmlns:p14="http://schemas.microsoft.com/office/powerpoint/2010/main" val="348216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117</Words>
  <Application>Microsoft Office PowerPoint</Application>
  <PresentationFormat>ワイド画面</PresentationFormat>
  <Paragraphs>24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仕様書</vt:lpstr>
      <vt:lpstr>概要</vt:lpstr>
      <vt:lpstr>機能</vt:lpstr>
      <vt:lpstr>画面遷移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木村 耀丸(zeal23410142)</dc:creator>
  <cp:lastModifiedBy>木村 耀丸(zeal23410142)</cp:lastModifiedBy>
  <cp:revision>2</cp:revision>
  <dcterms:created xsi:type="dcterms:W3CDTF">2025-11-26T01:04:15Z</dcterms:created>
  <dcterms:modified xsi:type="dcterms:W3CDTF">2026-01-21T03:14:18Z</dcterms:modified>
</cp:coreProperties>
</file>