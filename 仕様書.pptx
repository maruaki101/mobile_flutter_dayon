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4D5F6B-6BD0-4370-3EF2-0429C5C6D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23DD10-6124-C778-7FB6-A6422C654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FB71B1-6B45-0781-7428-D8B09D22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AEFA34-96BE-564A-13CB-B5341859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D5E806-5BA8-EACF-D314-74EE11B4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276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1BA018-F0E4-D08E-CE47-54CFB75B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665778-C198-A066-2259-1B1EA9BB4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ABB4B4-6AF5-CF05-ED59-86F3A255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868E26-27C9-0F54-6662-DD4003E62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47BA9C-A5DA-0A0C-5B2F-53B40EA7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973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4A67D0-62EE-26F0-4DFB-CF311EAED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371FCA-6C52-27DF-43F4-5E140D084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30FAA1-0EB7-A194-2401-6D8E1818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23D3DC-D69C-49B9-AAB5-E3611973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5FB130-5686-E25C-2553-CA158106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650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2B7E21-1A49-FC6A-16F8-64E21290C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16F83A-1813-107D-9A61-70067A586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EB653F-9A08-A2F1-B5FF-A822EAF07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B756EE-FD13-6905-DCFD-BF4B9916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E9923F-B4A9-61CC-E286-97ECAEBE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EFE9EE-B281-8474-05D8-2393DC0F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941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11D36-23BD-19AB-2F1F-005EECFF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B1A409-0647-2F55-0451-8CA59C682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F2AD1D-DE19-4471-2030-9AE6DDFBE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1B9CEE2-79EA-7D3F-F4AA-69F854C99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F25A30D-76BE-376E-C04E-AB9036AF2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6EF5E0-BF6F-DD87-7A0E-9379CF65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78C0C6-6E66-1159-6F28-0128DFD7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7EB6F0-4BA1-AC09-2442-A77B1534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65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CBBFF2-DC8A-5101-08DA-62174405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816444-AEAD-AF15-56DB-4089DEAB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0FC5CDA-1E81-5ED8-BED3-B6DBF934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5A7C54-53AB-1C73-CEA2-6FFC5186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71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42FC3DA-90F4-BCDB-F23E-90521572E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C79FD-9A4F-ACA7-3110-B1CDED63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A21F00-A23C-AFBD-EE66-D149AE5B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73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98C3C-D447-DB51-62E1-686A3525E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83BABC-4E00-688D-87DF-A75E9F040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2E2829-F001-EEDA-C99B-E3C2FAD7A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2C5341-DF42-7B80-03E1-932CAAC7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1A973F-04EF-03ED-AF46-0717136B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BEB183-86A2-8E3C-80D9-064294C2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13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815F9C-B1EE-5D4E-4EED-FF65315B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FA1D6D1-E96F-4267-6852-D00A85FFD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A03D38-27F9-42B9-517A-79EC145A8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552BB6-4AC8-408B-66FA-DF8EBF3B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DD18F3-B645-45C3-4102-4E664815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0C5EEC-68E7-0ABA-2100-A5B2C011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66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1133DC-0DD1-AAD6-EDB5-93629E49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3EF495-A7CD-175A-9F5B-28B12EC5C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88B2AB-6C31-D28B-6584-DE25C4155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DFE42E-0DC5-04B5-8044-09DAD5566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D17086-24D5-3844-A776-DE7820A3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56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ACD5290-2727-4F0F-FDB5-8B5FB5964F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4C18BC-89BB-9B7C-06B4-77425EA14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588C90-501F-FB3C-A600-1B501EFA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2C6BE2-3F55-524D-AD9F-BB090694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D4935F-F830-A4C6-E1D8-686773E1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299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D9971E-E090-3C67-089A-87E3A6398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6BF8CE-947B-5A09-94F1-A9CF7F029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FFE5BE-8087-338C-C179-6EAE7A967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E06EF-2D54-44E0-8F34-46D58B6F580D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7D0115-00BF-5AEB-937B-043C0A702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32FC60-8A78-8D51-2BA8-0181E0214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1933D-D3BC-4429-AB30-5BA12F3FB0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7169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C9AEB1-6E9D-BFF3-94D3-618620A305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仕様書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4C982F6-8E9C-51E9-0C51-2360CCBA3F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235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BE4489-D123-7EC2-D613-A3651870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746EF9-405C-75CD-2191-903A044C7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907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アル中危険察知アプリ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↪一回の飲み会で飲んだ数を記録する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平均を出して自分のキャパがどのくらいか図れるようにする</a:t>
            </a:r>
          </a:p>
        </p:txBody>
      </p:sp>
    </p:spTree>
    <p:extLst>
      <p:ext uri="{BB962C8B-B14F-4D97-AF65-F5344CB8AC3E}">
        <p14:creationId xmlns:p14="http://schemas.microsoft.com/office/powerpoint/2010/main" val="3246910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66AA0-F6E7-AAF4-8538-E0DA0529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機能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D6B9C7-2CCC-6ED6-47A7-971710DF4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9079"/>
            <a:ext cx="10515600" cy="4351338"/>
          </a:xfrm>
        </p:spPr>
        <p:txBody>
          <a:bodyPr/>
          <a:lstStyle/>
          <a:p>
            <a:r>
              <a:rPr kumimoji="1" lang="ja-JP" altLang="en-US" dirty="0"/>
              <a:t>飲んだ数を数える</a:t>
            </a:r>
            <a:endParaRPr kumimoji="1" lang="en-US" altLang="ja-JP" dirty="0"/>
          </a:p>
          <a:p>
            <a:r>
              <a:rPr kumimoji="1" lang="ja-JP" altLang="en-US" dirty="0"/>
              <a:t>その平均を出す（飲んだ数が少ない場合は計算から除外）</a:t>
            </a:r>
            <a:endParaRPr kumimoji="1" lang="en-US" altLang="ja-JP" dirty="0"/>
          </a:p>
          <a:p>
            <a:r>
              <a:rPr kumimoji="1" lang="ja-JP" altLang="en-US" dirty="0"/>
              <a:t>手動カウント</a:t>
            </a:r>
            <a:endParaRPr kumimoji="1" lang="en-US" altLang="ja-JP" dirty="0"/>
          </a:p>
          <a:p>
            <a:r>
              <a:rPr lang="ja-JP" altLang="en-US" dirty="0"/>
              <a:t>飲んだ数超過危険通知</a:t>
            </a:r>
            <a:endParaRPr kumimoji="1" lang="en-US" altLang="ja-JP" dirty="0"/>
          </a:p>
          <a:p>
            <a:r>
              <a:rPr kumimoji="1" lang="ja-JP" altLang="en-US" dirty="0"/>
              <a:t>ここからできたら↓</a:t>
            </a:r>
            <a:endParaRPr kumimoji="1" lang="en-US" altLang="ja-JP" dirty="0"/>
          </a:p>
          <a:p>
            <a:r>
              <a:rPr kumimoji="1" lang="ja-JP" altLang="en-US" dirty="0"/>
              <a:t>カメラで飲んだ数を記録</a:t>
            </a:r>
            <a:endParaRPr kumimoji="1" lang="en-US" altLang="ja-JP" dirty="0"/>
          </a:p>
          <a:p>
            <a:r>
              <a:rPr lang="ja-JP" altLang="en-US" dirty="0"/>
              <a:t>１１９機能</a:t>
            </a:r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247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69</Words>
  <Application>Microsoft Office PowerPoint</Application>
  <PresentationFormat>ワイド画面</PresentationFormat>
  <Paragraphs>14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仕様書</vt:lpstr>
      <vt:lpstr>概要</vt:lpstr>
      <vt:lpstr>機能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木村 耀丸(zeal23410142)</dc:creator>
  <cp:lastModifiedBy>木村 耀丸(zeal23410142)</cp:lastModifiedBy>
  <cp:revision>1</cp:revision>
  <dcterms:created xsi:type="dcterms:W3CDTF">2025-11-26T01:04:15Z</dcterms:created>
  <dcterms:modified xsi:type="dcterms:W3CDTF">2025-11-26T02:49:07Z</dcterms:modified>
</cp:coreProperties>
</file>