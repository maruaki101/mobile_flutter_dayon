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812156-9009-FC52-3159-CEE492FEB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14229D3-076A-80A3-BABF-A9938ED77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FFF2B7-CEA3-6EDF-310C-8FD9662FF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8D14E6-89DD-6A77-E348-19D4B779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BE283C-5E89-05EF-BBD3-EA0DAE16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30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62A6BC-70E1-BE31-DDD2-EE54BE50B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5D6D5A-029D-6EFF-9822-90FDAAB40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30E405-946D-A027-71CA-ED825EBD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5B6447-E73E-30BF-2D54-5761881C5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03CD39-F3D0-E8CD-5655-B296E6BB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811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E2615D-83D9-4A79-AADE-6F2AB2C4F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3FB6E4-673E-38B4-8551-A953986FE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83045D-D5F8-6178-8104-BE1D1A1F9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906DEE-093B-2C46-7CF5-0F5D9D453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72980A-5ECB-D25B-6E54-BE2793E50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252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C6B365-E9DF-A7B9-E7A3-A91AC494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6C2047-7EE7-DF5A-0B02-D945E69E1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529CFE9-C7F0-5A6D-4464-54BAE96CC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777559-4771-FD54-832C-0226EC48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B9CFBA-C4ED-10AC-0950-D603978E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E33D95-E4B7-94F0-9F22-95D5181B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7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B9AEBC-A4F5-A4C3-CE13-725006C7E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0F8F95-66CC-B8C5-6BFE-085526ECB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D770D4-9CB0-C36E-6AAE-EFACA1835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D1F1A9C-8E83-B487-06A0-E0C218C5E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1756B7-35AD-1E92-484A-4B2418403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8215C5-962E-4058-4CB6-5BC22494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31A14E2-9705-0795-F27F-E161C51D4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115700-77B1-7494-7881-0178DC0F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1467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EB9B8F-15E2-B928-503B-AFCDFEE08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A801F53-5115-16B5-6C58-8A1E7A675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3093EFF-6198-8BF3-0EEC-9EE99147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FC2E32-D32C-F437-E65F-CA885EFC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314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A555C05-DF05-F618-D18D-9A73AABDD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5EA217D-D00A-3327-CA82-229AF427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6EF65F-74C4-C63E-B429-9B3C920C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5691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F297AF-8EA3-3B77-558F-174E4E79F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C3514B-29BD-5EBD-4F4B-78D6C4912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CD0439-7C05-A7CD-ACC1-19832FF64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CF8E09-E2B0-6D9B-712C-9B1BCC0E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DDBB6D-A7AE-255A-F625-A914B5AD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19100E-A9D9-2D75-BA10-4DF536DB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495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8FE517-2AE6-2E77-9F2E-8FD8BFD54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7C8296E-F968-DC62-A400-A786C3E089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32BB9E-EF6F-0540-F097-F6B84F088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661525-C87E-452F-1D08-282B808DA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3538ED-0239-B130-0295-0788FF36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0AD3F9-4DEC-E5B7-8440-0E2DDE8B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628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122222-251F-181C-3694-CA7E19633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8D0D21-8DC6-655F-6F3F-DAEC624EE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8BCD96-87E7-1A97-580A-856001E4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22377D-D06F-9DD1-93FF-44C67CA1F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42F237-5333-FA74-4436-C04EF1F34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676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17168-4C84-B166-D872-7B61723D0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6502E0-0137-9690-9BAD-675FAC932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FDE244-E2E4-70E7-E31F-E1E7D971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023786-56CE-4EB1-E2F5-2F67088F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933877-B5C2-3B17-C5F7-38380A7F8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851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7E10F2F-00CD-A3BB-8915-AF09A2CFF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4A47C2-8E1A-9649-5B7E-3ED905696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8EF206-0616-092F-9F4E-603FE1ABB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0CA69F-EFA0-978E-1CC0-B2BA93F9A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6A8F23-4850-55A3-A628-EB2699D88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670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8DD3FE-A120-B885-9639-E154701AD4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シ。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ADAA182-BB4E-7803-D5C0-562F4ABA77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新しい仕様書について</a:t>
            </a:r>
          </a:p>
        </p:txBody>
      </p:sp>
    </p:spTree>
    <p:extLst>
      <p:ext uri="{BB962C8B-B14F-4D97-AF65-F5344CB8AC3E}">
        <p14:creationId xmlns:p14="http://schemas.microsoft.com/office/powerpoint/2010/main" val="2136306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CCBD31-B6E8-7DE5-51F9-43BE44F70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新・仕様書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F1D83F-813A-5521-374E-15450F093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04338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ECD902-DB6E-9BA6-C21B-4CCBC3839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AE6235-1C70-B753-87A7-FA1E61288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飲食店の注文アプリに組み込む形のアル中防止アプリ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注文した際に飲んだ数を記録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→純アルコール量</a:t>
            </a:r>
            <a:r>
              <a:rPr lang="en-US" altLang="ja-JP" dirty="0"/>
              <a:t>(g) = </a:t>
            </a:r>
            <a:r>
              <a:rPr lang="ja-JP" altLang="en-US" dirty="0"/>
              <a:t>飲んだ量</a:t>
            </a:r>
            <a:r>
              <a:rPr lang="en-US" altLang="ja-JP" dirty="0"/>
              <a:t>(ml) × </a:t>
            </a:r>
            <a:r>
              <a:rPr lang="ja-JP" altLang="en-US" dirty="0"/>
              <a:t>アルコール度数</a:t>
            </a:r>
            <a:r>
              <a:rPr lang="en-US" altLang="ja-JP" dirty="0"/>
              <a:t>(%) × 0.8</a:t>
            </a:r>
            <a:r>
              <a:rPr lang="ja-JP" altLang="en-US" dirty="0"/>
              <a:t>（アルコールの比重）</a:t>
            </a:r>
            <a:r>
              <a:rPr lang="en-US" altLang="ja-JP" dirty="0"/>
              <a:t>÷ 100</a:t>
            </a:r>
          </a:p>
          <a:p>
            <a:pPr marL="0" indent="0">
              <a:buNone/>
            </a:pPr>
            <a:r>
              <a:rPr lang="ja-JP" altLang="en-US" dirty="0"/>
              <a:t>でお酒のキャパを計算する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58025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9CD7EC-F624-61DD-C3A9-045560AE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機能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27BA78-2503-C955-91E3-852136C31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現状は最小構成で（皮だけの注文アプリで</a:t>
            </a:r>
            <a:r>
              <a:rPr lang="ja-JP" altLang="en-US" dirty="0"/>
              <a:t>データも仮のもの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それから注文を押したらカウントされる）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つまり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・注文機能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・カウント機能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・キャパ超過通知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となる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18172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ワイド画面</PresentationFormat>
  <Paragraphs>18</Paragraphs>
  <Slides>4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シ。</vt:lpstr>
      <vt:lpstr>新・仕様書</vt:lpstr>
      <vt:lpstr>概要</vt:lpstr>
      <vt:lpstr>機能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木村 耀丸(zeal23410142)</dc:creator>
  <cp:lastModifiedBy>木村 耀丸(zeal23410142)</cp:lastModifiedBy>
  <cp:revision>1</cp:revision>
  <dcterms:created xsi:type="dcterms:W3CDTF">2026-05-20T02:28:09Z</dcterms:created>
  <dcterms:modified xsi:type="dcterms:W3CDTF">2026-05-20T02:28:42Z</dcterms:modified>
</cp:coreProperties>
</file>